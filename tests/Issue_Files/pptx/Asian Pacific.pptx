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5" r:id="rId4"/>
  </p:sldMasterIdLst>
  <p:notesMasterIdLst>
    <p:notesMasterId r:id="rId17"/>
  </p:notesMasterIdLst>
  <p:handoutMasterIdLst>
    <p:handoutMasterId r:id="rId18"/>
  </p:handoutMasterIdLst>
  <p:sldIdLst>
    <p:sldId id="1866" r:id="rId5"/>
    <p:sldId id="1867" r:id="rId6"/>
    <p:sldId id="1868" r:id="rId7"/>
    <p:sldId id="1888" r:id="rId8"/>
    <p:sldId id="1869" r:id="rId9"/>
    <p:sldId id="1870" r:id="rId10"/>
    <p:sldId id="1871" r:id="rId11"/>
    <p:sldId id="1872" r:id="rId12"/>
    <p:sldId id="1873" r:id="rId13"/>
    <p:sldId id="1874" r:id="rId14"/>
    <p:sldId id="1875" r:id="rId15"/>
    <p:sldId id="1876" r:id="rId16"/>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Lines theme" id="{EE9670AD-028C-4190-AAA8-2AF0F3B1E372}">
          <p14:sldIdLst>
            <p14:sldId id="1866"/>
            <p14:sldId id="1867"/>
            <p14:sldId id="1868"/>
            <p14:sldId id="1888"/>
            <p14:sldId id="1869"/>
            <p14:sldId id="1870"/>
            <p14:sldId id="1871"/>
            <p14:sldId id="1872"/>
            <p14:sldId id="1873"/>
            <p14:sldId id="1874"/>
            <p14:sldId id="1875"/>
            <p14:sldId id="1876"/>
          </p14:sldIdLst>
        </p14:section>
      </p14:sectionLst>
    </p:ex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6DC"/>
    <a:srgbClr val="ECE0D4"/>
    <a:srgbClr val="D1B497"/>
    <a:srgbClr val="E3D1BF"/>
    <a:srgbClr val="AA673C"/>
    <a:srgbClr val="6A6967"/>
    <a:srgbClr val="C19C84"/>
    <a:srgbClr val="F8EBE0"/>
    <a:srgbClr val="FF2625"/>
    <a:srgbClr val="0077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snapToGrid="0">
      <p:cViewPr varScale="1">
        <p:scale>
          <a:sx n="80" d="100"/>
          <a:sy n="80" d="100"/>
        </p:scale>
        <p:origin x="782" y="62"/>
      </p:cViewPr>
      <p:guideLst>
        <p:guide orient="horz" pos="2160"/>
        <p:guide pos="480"/>
        <p:guide pos="7200"/>
        <p:guide pos="4368"/>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184"/>
    </p:cViewPr>
  </p:sorterViewPr>
  <p:notesViewPr>
    <p:cSldViewPr snapToGrid="0">
      <p:cViewPr varScale="1">
        <p:scale>
          <a:sx n="48" d="100"/>
          <a:sy n="48" d="100"/>
        </p:scale>
        <p:origin x="1828"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hyperlink" Target="https://www.bing.com/search?q=Duke+Kahanamoku&amp;qs=n&amp;form=QBRE&amp;sp=-1&amp;pq=duke+kahanamoku&amp;sc=8-15&amp;sk=&amp;cvid=028E8C8701DC49FCB3C255FAA12A6CF5" TargetMode="External"/><Relationship Id="rId2" Type="http://schemas.openxmlformats.org/officeDocument/2006/relationships/hyperlink" Target="https://www.bing.com/search?q=Sessue+Hayakawa&amp;qs=n&amp;form=QBRE&amp;sp=-1&amp;pq=sessue+hayakawa&amp;sc=8-15&amp;sk=&amp;cvid=216417395EA34020AFD508589B2F528D" TargetMode="External"/><Relationship Id="rId1" Type="http://schemas.openxmlformats.org/officeDocument/2006/relationships/hyperlink" Target="https://www.bing.com/search?q=Anna+May+Wong&amp;form=QBLH&amp;sp=-1&amp;pq=anna+may+wong&amp;sc=8-13&amp;qs=n&amp;sk=&amp;cvid=4C2ECF2AC1034000B589448B0EC89858" TargetMode="External"/></Relationships>
</file>

<file path=ppt/diagrams/_rels/drawing1.xml.rels><?xml version="1.0" encoding="UTF-8" standalone="yes"?>
<Relationships xmlns="http://schemas.openxmlformats.org/package/2006/relationships"><Relationship Id="rId3" Type="http://schemas.openxmlformats.org/officeDocument/2006/relationships/hyperlink" Target="https://www.bing.com/search?q=Duke+Kahanamoku&amp;qs=n&amp;form=QBRE&amp;sp=-1&amp;pq=duke+kahanamoku&amp;sc=8-15&amp;sk=&amp;cvid=028E8C8701DC49FCB3C255FAA12A6CF5" TargetMode="External"/><Relationship Id="rId2" Type="http://schemas.openxmlformats.org/officeDocument/2006/relationships/hyperlink" Target="https://www.bing.com/search?q=Sessue+Hayakawa&amp;qs=n&amp;form=QBRE&amp;sp=-1&amp;pq=sessue+hayakawa&amp;sc=8-15&amp;sk=&amp;cvid=216417395EA34020AFD508589B2F528D" TargetMode="External"/><Relationship Id="rId1" Type="http://schemas.openxmlformats.org/officeDocument/2006/relationships/hyperlink" Target="https://www.bing.com/search?q=Anna+May+Wong&amp;form=QBLH&amp;sp=-1&amp;pq=anna+may+wong&amp;sc=8-13&amp;qs=n&amp;sk=&amp;cvid=4C2ECF2AC1034000B589448B0EC89858" TargetMode="Externa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37DF2B-DECF-44A7-8971-07475E2BCFC3}" type="doc">
      <dgm:prSet loTypeId="urn:microsoft.com/office/officeart/2018/2/layout/IconLabelList#2" loCatId="other" qsTypeId="urn:microsoft.com/office/officeart/2005/8/quickstyle/simple1" qsCatId="simple" csTypeId="urn:microsoft.com/office/officeart/2005/8/colors/accent3_1" csCatId="accent3" phldr="1"/>
      <dgm:spPr/>
    </dgm:pt>
    <dgm:pt modelId="{C8710C11-6766-4B48-9562-4B0C7B3F28D6}">
      <dgm:prSet phldrT="[Text]" custT="1"/>
      <dgm:spPr/>
      <dgm:t>
        <a:bodyPr/>
        <a:lstStyle/>
        <a:p>
          <a:pPr>
            <a:lnSpc>
              <a:spcPct val="100000"/>
            </a:lnSpc>
          </a:pPr>
          <a:r>
            <a:rPr lang="en-US" altLang="en-US" sz="1400" b="1" dirty="0">
              <a:solidFill>
                <a:schemeClr val="tx1"/>
              </a:solidFill>
              <a:hlinkClick xmlns:r="http://schemas.openxmlformats.org/officeDocument/2006/relationships" r:id="rId1">
                <a:extLst>
                  <a:ext uri="{A12FA001-AC4F-418D-AE19-62706E023703}">
                    <ahyp:hlinkClr xmlns:ahyp="http://schemas.microsoft.com/office/drawing/2018/hyperlinkcolor" val="tx"/>
                  </a:ext>
                </a:extLst>
              </a:hlinkClick>
            </a:rPr>
            <a:t>Anna May Wong</a:t>
          </a:r>
          <a:r>
            <a:rPr lang="en-US" altLang="en-US" sz="1400" b="1" dirty="0">
              <a:solidFill>
                <a:schemeClr val="tx1"/>
              </a:solidFill>
            </a:rPr>
            <a:t> </a:t>
          </a:r>
          <a:r>
            <a:rPr lang="en-US" altLang="en-US" sz="1400" dirty="0">
              <a:solidFill>
                <a:schemeClr val="tx1"/>
              </a:solidFill>
            </a:rPr>
            <a:t>was the first Chinese American Hollywood movie star, as well as the first Chinese American actress to gain international recognition. She appeared in over sixty movies throughout her career.</a:t>
          </a:r>
          <a:endParaRPr lang="en-US" sz="1400" dirty="0">
            <a:solidFill>
              <a:schemeClr val="tx1"/>
            </a:solidFill>
          </a:endParaRPr>
        </a:p>
      </dgm:t>
    </dgm:pt>
    <dgm:pt modelId="{6F9BADAF-DEBF-4CC2-B392-F7E0CD538B78}" type="parTrans" cxnId="{E28F4DE8-1F7F-4CC4-B4F7-5167A5B9E0BA}">
      <dgm:prSet/>
      <dgm:spPr/>
      <dgm:t>
        <a:bodyPr/>
        <a:lstStyle/>
        <a:p>
          <a:endParaRPr lang="en-US" sz="1400">
            <a:solidFill>
              <a:schemeClr val="tx1"/>
            </a:solidFill>
          </a:endParaRPr>
        </a:p>
      </dgm:t>
    </dgm:pt>
    <dgm:pt modelId="{CEEC8625-83FA-4202-826E-84C1185A8E32}" type="sibTrans" cxnId="{E28F4DE8-1F7F-4CC4-B4F7-5167A5B9E0BA}">
      <dgm:prSet/>
      <dgm:spPr/>
      <dgm:t>
        <a:bodyPr/>
        <a:lstStyle/>
        <a:p>
          <a:endParaRPr lang="en-US" sz="1400">
            <a:solidFill>
              <a:schemeClr val="tx1"/>
            </a:solidFill>
          </a:endParaRPr>
        </a:p>
      </dgm:t>
    </dgm:pt>
    <dgm:pt modelId="{8EE3C8DC-7BA8-479C-A581-E9DA099939F2}">
      <dgm:prSet phldrT="[Text]" custT="1"/>
      <dgm:spPr/>
      <dgm:t>
        <a:bodyPr/>
        <a:lstStyle/>
        <a:p>
          <a:pPr>
            <a:lnSpc>
              <a:spcPct val="100000"/>
            </a:lnSpc>
          </a:pPr>
          <a:r>
            <a:rPr lang="en-US" altLang="en-US" sz="1400" b="1" dirty="0">
              <a:solidFill>
                <a:schemeClr val="tx1"/>
              </a:solidFill>
              <a:hlinkClick xmlns:r="http://schemas.openxmlformats.org/officeDocument/2006/relationships" r:id="rId2">
                <a:extLst>
                  <a:ext uri="{A12FA001-AC4F-418D-AE19-62706E023703}">
                    <ahyp:hlinkClr xmlns:ahyp="http://schemas.microsoft.com/office/drawing/2018/hyperlinkcolor" val="tx"/>
                  </a:ext>
                </a:extLst>
              </a:hlinkClick>
            </a:rPr>
            <a:t>Sessue Hayakawa</a:t>
          </a:r>
          <a:r>
            <a:rPr lang="en-US" altLang="en-US" sz="1400" b="1" dirty="0">
              <a:solidFill>
                <a:schemeClr val="tx1"/>
              </a:solidFill>
            </a:rPr>
            <a:t> </a:t>
          </a:r>
          <a:r>
            <a:rPr lang="en-US" altLang="en-US" sz="1400" dirty="0">
              <a:solidFill>
                <a:schemeClr val="tx1"/>
              </a:solidFill>
            </a:rPr>
            <a:t>was a Japanese actor and one of the biggest stars in Hollywood during the silent film era. His fame matched that of Charlie Chaplin.</a:t>
          </a:r>
          <a:endParaRPr lang="en-US" sz="1400" dirty="0">
            <a:solidFill>
              <a:schemeClr val="tx1"/>
            </a:solidFill>
          </a:endParaRPr>
        </a:p>
      </dgm:t>
    </dgm:pt>
    <dgm:pt modelId="{60ABFDD0-D409-4824-8102-DEA984738144}" type="parTrans" cxnId="{6E8797D1-3A1C-4879-9FDC-A7D2EC6197EA}">
      <dgm:prSet/>
      <dgm:spPr/>
      <dgm:t>
        <a:bodyPr/>
        <a:lstStyle/>
        <a:p>
          <a:endParaRPr lang="en-US" sz="1400">
            <a:solidFill>
              <a:schemeClr val="tx1"/>
            </a:solidFill>
          </a:endParaRPr>
        </a:p>
      </dgm:t>
    </dgm:pt>
    <dgm:pt modelId="{DAC4EAD7-53AC-40F0-BA2F-8B2633CEAE11}" type="sibTrans" cxnId="{6E8797D1-3A1C-4879-9FDC-A7D2EC6197EA}">
      <dgm:prSet/>
      <dgm:spPr/>
      <dgm:t>
        <a:bodyPr/>
        <a:lstStyle/>
        <a:p>
          <a:endParaRPr lang="en-US" sz="1400">
            <a:solidFill>
              <a:schemeClr val="tx1"/>
            </a:solidFill>
          </a:endParaRPr>
        </a:p>
      </dgm:t>
    </dgm:pt>
    <dgm:pt modelId="{8865AC6C-44E0-4174-AB02-044A78D94DE3}">
      <dgm:prSet phldrT="[Text]" custT="1"/>
      <dgm:spPr/>
      <dgm:t>
        <a:bodyPr/>
        <a:lstStyle/>
        <a:p>
          <a:pPr>
            <a:lnSpc>
              <a:spcPct val="100000"/>
            </a:lnSpc>
          </a:pPr>
          <a:r>
            <a:rPr lang="en-US" altLang="en-US" sz="1400" b="1" dirty="0">
              <a:solidFill>
                <a:schemeClr val="tx1"/>
              </a:solidFill>
              <a:hlinkClick xmlns:r="http://schemas.openxmlformats.org/officeDocument/2006/relationships" r:id="rId3">
                <a:extLst>
                  <a:ext uri="{A12FA001-AC4F-418D-AE19-62706E023703}">
                    <ahyp:hlinkClr xmlns:ahyp="http://schemas.microsoft.com/office/drawing/2018/hyperlinkcolor" val="tx"/>
                  </a:ext>
                </a:extLst>
              </a:hlinkClick>
            </a:rPr>
            <a:t>Duke Kahanamoku</a:t>
          </a:r>
          <a:r>
            <a:rPr lang="en-US" altLang="en-US" sz="1400" b="1" dirty="0">
              <a:solidFill>
                <a:schemeClr val="tx1"/>
              </a:solidFill>
            </a:rPr>
            <a:t> </a:t>
          </a:r>
          <a:r>
            <a:rPr lang="en-US" altLang="en-US" sz="1400" dirty="0">
              <a:solidFill>
                <a:schemeClr val="tx1"/>
              </a:solidFill>
            </a:rPr>
            <a:t>was a Hawaiian competitive swimmer. He won five Olympic metals for swimming. He also popularized the Hawaiian sport of surfing in the US.</a:t>
          </a:r>
          <a:endParaRPr lang="en-US" sz="1400" dirty="0">
            <a:solidFill>
              <a:schemeClr val="tx1"/>
            </a:solidFill>
          </a:endParaRPr>
        </a:p>
      </dgm:t>
    </dgm:pt>
    <dgm:pt modelId="{3FF598BD-2671-4ECB-AD79-D0E600EEC84F}" type="parTrans" cxnId="{E5875C5E-8817-4707-AA33-E7DDCAC19481}">
      <dgm:prSet/>
      <dgm:spPr/>
      <dgm:t>
        <a:bodyPr/>
        <a:lstStyle/>
        <a:p>
          <a:endParaRPr lang="en-US" sz="1400">
            <a:solidFill>
              <a:schemeClr val="tx1"/>
            </a:solidFill>
          </a:endParaRPr>
        </a:p>
      </dgm:t>
    </dgm:pt>
    <dgm:pt modelId="{258DC239-2C60-44C0-830B-87DE5EB56A01}" type="sibTrans" cxnId="{E5875C5E-8817-4707-AA33-E7DDCAC19481}">
      <dgm:prSet/>
      <dgm:spPr/>
      <dgm:t>
        <a:bodyPr/>
        <a:lstStyle/>
        <a:p>
          <a:endParaRPr lang="en-US" sz="1400">
            <a:solidFill>
              <a:schemeClr val="tx1"/>
            </a:solidFill>
          </a:endParaRPr>
        </a:p>
      </dgm:t>
    </dgm:pt>
    <dgm:pt modelId="{F365F799-91C6-467E-8005-77142388ADA7}" type="pres">
      <dgm:prSet presAssocID="{3137DF2B-DECF-44A7-8971-07475E2BCFC3}" presName="root" presStyleCnt="0">
        <dgm:presLayoutVars>
          <dgm:dir/>
          <dgm:resizeHandles val="exact"/>
        </dgm:presLayoutVars>
      </dgm:prSet>
      <dgm:spPr/>
    </dgm:pt>
    <dgm:pt modelId="{CA712F04-4B2E-4073-826D-66E0748C08F8}" type="pres">
      <dgm:prSet presAssocID="{C8710C11-6766-4B48-9562-4B0C7B3F28D6}" presName="compNode" presStyleCnt="0"/>
      <dgm:spPr/>
    </dgm:pt>
    <dgm:pt modelId="{9A755B31-6174-4948-8B32-7FECC02D6991}" type="pres">
      <dgm:prSet presAssocID="{C8710C11-6766-4B48-9562-4B0C7B3F28D6}" presName="iconRect" presStyleLbl="node1" presStyleIdx="0" presStyleCnt="3" custScaleX="205942" custScaleY="205942" custLinFactNeighborX="-37962" custLinFactNeighborY="-23182"/>
      <dgm:spPr>
        <a:solidFill>
          <a:schemeClr val="accent3">
            <a:lumMod val="75000"/>
          </a:schemeClr>
        </a:solidFill>
      </dgm:spPr>
    </dgm:pt>
    <dgm:pt modelId="{6AE71D8A-2F35-4756-A4AD-A549FB035E3F}" type="pres">
      <dgm:prSet presAssocID="{C8710C11-6766-4B48-9562-4B0C7B3F28D6}" presName="spaceRect" presStyleCnt="0"/>
      <dgm:spPr/>
    </dgm:pt>
    <dgm:pt modelId="{5CD563F8-B6A7-4F66-B65C-7F1D3844F472}" type="pres">
      <dgm:prSet presAssocID="{C8710C11-6766-4B48-9562-4B0C7B3F28D6}" presName="textRect" presStyleLbl="revTx" presStyleIdx="0" presStyleCnt="3" custScaleX="190949" custLinFactNeighborX="-16494" custLinFactNeighborY="-2363">
        <dgm:presLayoutVars>
          <dgm:chMax val="1"/>
          <dgm:chPref val="1"/>
        </dgm:presLayoutVars>
      </dgm:prSet>
      <dgm:spPr/>
    </dgm:pt>
    <dgm:pt modelId="{114DEDBD-1AAB-4DDF-B848-DA92D960826E}" type="pres">
      <dgm:prSet presAssocID="{CEEC8625-83FA-4202-826E-84C1185A8E32}" presName="sibTrans" presStyleCnt="0"/>
      <dgm:spPr/>
    </dgm:pt>
    <dgm:pt modelId="{14161BF4-3B2E-4990-9AA5-1E7113657AFE}" type="pres">
      <dgm:prSet presAssocID="{8EE3C8DC-7BA8-479C-A581-E9DA099939F2}" presName="compNode" presStyleCnt="0"/>
      <dgm:spPr/>
    </dgm:pt>
    <dgm:pt modelId="{FCA6A723-3A73-458A-AE3C-15B86CF5C55D}" type="pres">
      <dgm:prSet presAssocID="{8EE3C8DC-7BA8-479C-A581-E9DA099939F2}" presName="iconRect" presStyleLbl="node1" presStyleIdx="1" presStyleCnt="3" custScaleX="205942" custScaleY="205942" custLinFactNeighborX="3357" custLinFactNeighborY="-23182"/>
      <dgm:spPr>
        <a:solidFill>
          <a:schemeClr val="accent3">
            <a:lumMod val="75000"/>
          </a:schemeClr>
        </a:solidFill>
      </dgm:spPr>
    </dgm:pt>
    <dgm:pt modelId="{E9430B85-543F-4592-A6DD-AEEA4B48C6A1}" type="pres">
      <dgm:prSet presAssocID="{8EE3C8DC-7BA8-479C-A581-E9DA099939F2}" presName="spaceRect" presStyleCnt="0"/>
      <dgm:spPr/>
    </dgm:pt>
    <dgm:pt modelId="{2D06D90C-4774-439F-8532-60F8B9D1D8A7}" type="pres">
      <dgm:prSet presAssocID="{8EE3C8DC-7BA8-479C-A581-E9DA099939F2}" presName="textRect" presStyleLbl="revTx" presStyleIdx="1" presStyleCnt="3" custScaleX="193970" custLinFactNeighborX="1510">
        <dgm:presLayoutVars>
          <dgm:chMax val="1"/>
          <dgm:chPref val="1"/>
        </dgm:presLayoutVars>
      </dgm:prSet>
      <dgm:spPr/>
    </dgm:pt>
    <dgm:pt modelId="{6AB9F53E-D91E-4E48-8AD8-05932101491C}" type="pres">
      <dgm:prSet presAssocID="{DAC4EAD7-53AC-40F0-BA2F-8B2633CEAE11}" presName="sibTrans" presStyleCnt="0"/>
      <dgm:spPr/>
    </dgm:pt>
    <dgm:pt modelId="{ED8AE489-0CC0-4251-92FB-1AC032073F86}" type="pres">
      <dgm:prSet presAssocID="{8865AC6C-44E0-4174-AB02-044A78D94DE3}" presName="compNode" presStyleCnt="0"/>
      <dgm:spPr/>
    </dgm:pt>
    <dgm:pt modelId="{5326D40B-04B6-4401-91A7-8A4487EDC6FC}" type="pres">
      <dgm:prSet presAssocID="{8865AC6C-44E0-4174-AB02-044A78D94DE3}" presName="iconRect" presStyleLbl="node1" presStyleIdx="2" presStyleCnt="3" custScaleX="205942" custScaleY="205942" custLinFactNeighborX="24976" custLinFactNeighborY="-26251"/>
      <dgm:spPr>
        <a:solidFill>
          <a:schemeClr val="accent3">
            <a:lumMod val="75000"/>
          </a:schemeClr>
        </a:solidFill>
      </dgm:spPr>
    </dgm:pt>
    <dgm:pt modelId="{45C20058-83ED-45AC-83B6-B4CEEE13D9F9}" type="pres">
      <dgm:prSet presAssocID="{8865AC6C-44E0-4174-AB02-044A78D94DE3}" presName="spaceRect" presStyleCnt="0"/>
      <dgm:spPr/>
    </dgm:pt>
    <dgm:pt modelId="{1DCFB9CF-BB76-4BDC-932B-A329BC03E697}" type="pres">
      <dgm:prSet presAssocID="{8865AC6C-44E0-4174-AB02-044A78D94DE3}" presName="textRect" presStyleLbl="revTx" presStyleIdx="2" presStyleCnt="3" custScaleX="193970" custLinFactNeighborX="24368" custLinFactNeighborY="-1644">
        <dgm:presLayoutVars>
          <dgm:chMax val="1"/>
          <dgm:chPref val="1"/>
        </dgm:presLayoutVars>
      </dgm:prSet>
      <dgm:spPr/>
    </dgm:pt>
  </dgm:ptLst>
  <dgm:cxnLst>
    <dgm:cxn modelId="{1A89CB18-8B09-4590-A761-274BEAAD8172}" type="presOf" srcId="{8EE3C8DC-7BA8-479C-A581-E9DA099939F2}" destId="{2D06D90C-4774-439F-8532-60F8B9D1D8A7}" srcOrd="0" destOrd="0" presId="urn:microsoft.com/office/officeart/2018/2/layout/IconLabelList#2"/>
    <dgm:cxn modelId="{E5875C5E-8817-4707-AA33-E7DDCAC19481}" srcId="{3137DF2B-DECF-44A7-8971-07475E2BCFC3}" destId="{8865AC6C-44E0-4174-AB02-044A78D94DE3}" srcOrd="2" destOrd="0" parTransId="{3FF598BD-2671-4ECB-AD79-D0E600EEC84F}" sibTransId="{258DC239-2C60-44C0-830B-87DE5EB56A01}"/>
    <dgm:cxn modelId="{8B07B579-2924-4601-907B-DC2D84F91335}" type="presOf" srcId="{C8710C11-6766-4B48-9562-4B0C7B3F28D6}" destId="{5CD563F8-B6A7-4F66-B65C-7F1D3844F472}" srcOrd="0" destOrd="0" presId="urn:microsoft.com/office/officeart/2018/2/layout/IconLabelList#2"/>
    <dgm:cxn modelId="{65A961CC-3B95-4066-B70A-466BC535A8B1}" type="presOf" srcId="{8865AC6C-44E0-4174-AB02-044A78D94DE3}" destId="{1DCFB9CF-BB76-4BDC-932B-A329BC03E697}" srcOrd="0" destOrd="0" presId="urn:microsoft.com/office/officeart/2018/2/layout/IconLabelList#2"/>
    <dgm:cxn modelId="{6E8797D1-3A1C-4879-9FDC-A7D2EC6197EA}" srcId="{3137DF2B-DECF-44A7-8971-07475E2BCFC3}" destId="{8EE3C8DC-7BA8-479C-A581-E9DA099939F2}" srcOrd="1" destOrd="0" parTransId="{60ABFDD0-D409-4824-8102-DEA984738144}" sibTransId="{DAC4EAD7-53AC-40F0-BA2F-8B2633CEAE11}"/>
    <dgm:cxn modelId="{E28F4DE8-1F7F-4CC4-B4F7-5167A5B9E0BA}" srcId="{3137DF2B-DECF-44A7-8971-07475E2BCFC3}" destId="{C8710C11-6766-4B48-9562-4B0C7B3F28D6}" srcOrd="0" destOrd="0" parTransId="{6F9BADAF-DEBF-4CC2-B392-F7E0CD538B78}" sibTransId="{CEEC8625-83FA-4202-826E-84C1185A8E32}"/>
    <dgm:cxn modelId="{02F767F8-F42A-4F3B-A329-DEC0D12CD806}" type="presOf" srcId="{3137DF2B-DECF-44A7-8971-07475E2BCFC3}" destId="{F365F799-91C6-467E-8005-77142388ADA7}" srcOrd="0" destOrd="0" presId="urn:microsoft.com/office/officeart/2018/2/layout/IconLabelList#2"/>
    <dgm:cxn modelId="{80A490A9-8618-4D89-B253-C4B2425A15D0}" type="presParOf" srcId="{F365F799-91C6-467E-8005-77142388ADA7}" destId="{CA712F04-4B2E-4073-826D-66E0748C08F8}" srcOrd="0" destOrd="0" presId="urn:microsoft.com/office/officeart/2018/2/layout/IconLabelList#2"/>
    <dgm:cxn modelId="{484F421F-4E99-48D3-AE36-608B91CC5346}" type="presParOf" srcId="{CA712F04-4B2E-4073-826D-66E0748C08F8}" destId="{9A755B31-6174-4948-8B32-7FECC02D6991}" srcOrd="0" destOrd="0" presId="urn:microsoft.com/office/officeart/2018/2/layout/IconLabelList#2"/>
    <dgm:cxn modelId="{0EED1B20-3FF9-4C70-ADD9-4DE2CCE6D9DD}" type="presParOf" srcId="{CA712F04-4B2E-4073-826D-66E0748C08F8}" destId="{6AE71D8A-2F35-4756-A4AD-A549FB035E3F}" srcOrd="1" destOrd="0" presId="urn:microsoft.com/office/officeart/2018/2/layout/IconLabelList#2"/>
    <dgm:cxn modelId="{56B7F5F9-3AD0-4879-BD8D-FB3362B818E9}" type="presParOf" srcId="{CA712F04-4B2E-4073-826D-66E0748C08F8}" destId="{5CD563F8-B6A7-4F66-B65C-7F1D3844F472}" srcOrd="2" destOrd="0" presId="urn:microsoft.com/office/officeart/2018/2/layout/IconLabelList#2"/>
    <dgm:cxn modelId="{B8FA11BD-8E20-4882-9D4D-DF2BBE04B958}" type="presParOf" srcId="{F365F799-91C6-467E-8005-77142388ADA7}" destId="{114DEDBD-1AAB-4DDF-B848-DA92D960826E}" srcOrd="1" destOrd="0" presId="urn:microsoft.com/office/officeart/2018/2/layout/IconLabelList#2"/>
    <dgm:cxn modelId="{A377F2C4-8774-4B04-BECB-EB51AC2353E5}" type="presParOf" srcId="{F365F799-91C6-467E-8005-77142388ADA7}" destId="{14161BF4-3B2E-4990-9AA5-1E7113657AFE}" srcOrd="2" destOrd="0" presId="urn:microsoft.com/office/officeart/2018/2/layout/IconLabelList#2"/>
    <dgm:cxn modelId="{DC4C4434-0D6A-4AED-9A2E-CC7C5B063571}" type="presParOf" srcId="{14161BF4-3B2E-4990-9AA5-1E7113657AFE}" destId="{FCA6A723-3A73-458A-AE3C-15B86CF5C55D}" srcOrd="0" destOrd="0" presId="urn:microsoft.com/office/officeart/2018/2/layout/IconLabelList#2"/>
    <dgm:cxn modelId="{89B5121F-9599-4794-9AA1-DD6EF55DE189}" type="presParOf" srcId="{14161BF4-3B2E-4990-9AA5-1E7113657AFE}" destId="{E9430B85-543F-4592-A6DD-AEEA4B48C6A1}" srcOrd="1" destOrd="0" presId="urn:microsoft.com/office/officeart/2018/2/layout/IconLabelList#2"/>
    <dgm:cxn modelId="{AB2BC4E4-5B33-4C26-8C3F-E77225D58E3E}" type="presParOf" srcId="{14161BF4-3B2E-4990-9AA5-1E7113657AFE}" destId="{2D06D90C-4774-439F-8532-60F8B9D1D8A7}" srcOrd="2" destOrd="0" presId="urn:microsoft.com/office/officeart/2018/2/layout/IconLabelList#2"/>
    <dgm:cxn modelId="{23BAA7AF-17F0-4F65-9E90-273EF7D3B929}" type="presParOf" srcId="{F365F799-91C6-467E-8005-77142388ADA7}" destId="{6AB9F53E-D91E-4E48-8AD8-05932101491C}" srcOrd="3" destOrd="0" presId="urn:microsoft.com/office/officeart/2018/2/layout/IconLabelList#2"/>
    <dgm:cxn modelId="{5CAA210B-19EB-4E1B-A954-8ECCD13D15D2}" type="presParOf" srcId="{F365F799-91C6-467E-8005-77142388ADA7}" destId="{ED8AE489-0CC0-4251-92FB-1AC032073F86}" srcOrd="4" destOrd="0" presId="urn:microsoft.com/office/officeart/2018/2/layout/IconLabelList#2"/>
    <dgm:cxn modelId="{D02AAB89-D273-4A42-BD22-FC8E4FBD89B6}" type="presParOf" srcId="{ED8AE489-0CC0-4251-92FB-1AC032073F86}" destId="{5326D40B-04B6-4401-91A7-8A4487EDC6FC}" srcOrd="0" destOrd="0" presId="urn:microsoft.com/office/officeart/2018/2/layout/IconLabelList#2"/>
    <dgm:cxn modelId="{D277A401-05A8-428C-89F2-F5C3F0254AF4}" type="presParOf" srcId="{ED8AE489-0CC0-4251-92FB-1AC032073F86}" destId="{45C20058-83ED-45AC-83B6-B4CEEE13D9F9}" srcOrd="1" destOrd="0" presId="urn:microsoft.com/office/officeart/2018/2/layout/IconLabelList#2"/>
    <dgm:cxn modelId="{321AE61B-556D-4E47-8A54-9BC14D9E1263}" type="presParOf" srcId="{ED8AE489-0CC0-4251-92FB-1AC032073F86}" destId="{1DCFB9CF-BB76-4BDC-932B-A329BC03E697}" srcOrd="2" destOrd="0" presId="urn:microsoft.com/office/officeart/2018/2/layout/IconLabelList#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755B31-6174-4948-8B32-7FECC02D6991}">
      <dsp:nvSpPr>
        <dsp:cNvPr id="0" name=""/>
        <dsp:cNvSpPr/>
      </dsp:nvSpPr>
      <dsp:spPr>
        <a:xfrm>
          <a:off x="733890" y="144159"/>
          <a:ext cx="1550839" cy="1550839"/>
        </a:xfrm>
        <a:prstGeom prst="rect">
          <a:avLst/>
        </a:prstGeom>
        <a:solidFill>
          <a:schemeClr val="accent3">
            <a:lumMod val="7500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D563F8-B6A7-4F66-B65C-7F1D3844F472}">
      <dsp:nvSpPr>
        <dsp:cNvPr id="0" name=""/>
        <dsp:cNvSpPr/>
      </dsp:nvSpPr>
      <dsp:spPr>
        <a:xfrm>
          <a:off x="0" y="1789468"/>
          <a:ext cx="3195412" cy="1215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altLang="en-US" sz="1400" b="1" kern="1200" dirty="0">
              <a:solidFill>
                <a:schemeClr val="tx1"/>
              </a:solidFill>
              <a:hlinkClick xmlns:r="http://schemas.openxmlformats.org/officeDocument/2006/relationships" r:id="rId1">
                <a:extLst>
                  <a:ext uri="{A12FA001-AC4F-418D-AE19-62706E023703}">
                    <ahyp:hlinkClr xmlns:ahyp="http://schemas.microsoft.com/office/drawing/2018/hyperlinkcolor" val="tx"/>
                  </a:ext>
                </a:extLst>
              </a:hlinkClick>
            </a:rPr>
            <a:t>Anna May Wong</a:t>
          </a:r>
          <a:r>
            <a:rPr lang="en-US" altLang="en-US" sz="1400" b="1" kern="1200" dirty="0">
              <a:solidFill>
                <a:schemeClr val="tx1"/>
              </a:solidFill>
            </a:rPr>
            <a:t> </a:t>
          </a:r>
          <a:r>
            <a:rPr lang="en-US" altLang="en-US" sz="1400" kern="1200" dirty="0">
              <a:solidFill>
                <a:schemeClr val="tx1"/>
              </a:solidFill>
            </a:rPr>
            <a:t>was the first Chinese American Hollywood movie star, as well as the first Chinese American actress to gain international recognition. She appeared in over sixty movies throughout her career.</a:t>
          </a:r>
          <a:endParaRPr lang="en-US" sz="1400" kern="1200" dirty="0">
            <a:solidFill>
              <a:schemeClr val="tx1"/>
            </a:solidFill>
          </a:endParaRPr>
        </a:p>
      </dsp:txBody>
      <dsp:txXfrm>
        <a:off x="0" y="1789468"/>
        <a:ext cx="3195412" cy="1215870"/>
      </dsp:txXfrm>
    </dsp:sp>
    <dsp:sp modelId="{FCA6A723-3A73-458A-AE3C-15B86CF5C55D}">
      <dsp:nvSpPr>
        <dsp:cNvPr id="0" name=""/>
        <dsp:cNvSpPr/>
      </dsp:nvSpPr>
      <dsp:spPr>
        <a:xfrm>
          <a:off x="4558582" y="144159"/>
          <a:ext cx="1550839" cy="1550839"/>
        </a:xfrm>
        <a:prstGeom prst="rect">
          <a:avLst/>
        </a:prstGeom>
        <a:solidFill>
          <a:schemeClr val="accent3">
            <a:lumMod val="7500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06D90C-4774-439F-8532-60F8B9D1D8A7}">
      <dsp:nvSpPr>
        <dsp:cNvPr id="0" name=""/>
        <dsp:cNvSpPr/>
      </dsp:nvSpPr>
      <dsp:spPr>
        <a:xfrm>
          <a:off x="3711008" y="1818199"/>
          <a:ext cx="3245966" cy="1215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altLang="en-US" sz="1400" b="1" kern="1200" dirty="0">
              <a:solidFill>
                <a:schemeClr val="tx1"/>
              </a:solidFill>
              <a:hlinkClick xmlns:r="http://schemas.openxmlformats.org/officeDocument/2006/relationships" r:id="rId2">
                <a:extLst>
                  <a:ext uri="{A12FA001-AC4F-418D-AE19-62706E023703}">
                    <ahyp:hlinkClr xmlns:ahyp="http://schemas.microsoft.com/office/drawing/2018/hyperlinkcolor" val="tx"/>
                  </a:ext>
                </a:extLst>
              </a:hlinkClick>
            </a:rPr>
            <a:t>Sessue Hayakawa</a:t>
          </a:r>
          <a:r>
            <a:rPr lang="en-US" altLang="en-US" sz="1400" b="1" kern="1200" dirty="0">
              <a:solidFill>
                <a:schemeClr val="tx1"/>
              </a:solidFill>
            </a:rPr>
            <a:t> </a:t>
          </a:r>
          <a:r>
            <a:rPr lang="en-US" altLang="en-US" sz="1400" kern="1200" dirty="0">
              <a:solidFill>
                <a:schemeClr val="tx1"/>
              </a:solidFill>
            </a:rPr>
            <a:t>was a Japanese actor and one of the biggest stars in Hollywood during the silent film era. His fame matched that of Charlie Chaplin.</a:t>
          </a:r>
          <a:endParaRPr lang="en-US" sz="1400" kern="1200" dirty="0">
            <a:solidFill>
              <a:schemeClr val="tx1"/>
            </a:solidFill>
          </a:endParaRPr>
        </a:p>
      </dsp:txBody>
      <dsp:txXfrm>
        <a:off x="3711008" y="1818199"/>
        <a:ext cx="3245966" cy="1215870"/>
      </dsp:txXfrm>
    </dsp:sp>
    <dsp:sp modelId="{5326D40B-04B6-4401-91A7-8A4487EDC6FC}">
      <dsp:nvSpPr>
        <dsp:cNvPr id="0" name=""/>
        <dsp:cNvSpPr/>
      </dsp:nvSpPr>
      <dsp:spPr>
        <a:xfrm>
          <a:off x="8260202" y="121048"/>
          <a:ext cx="1550839" cy="1550839"/>
        </a:xfrm>
        <a:prstGeom prst="rect">
          <a:avLst/>
        </a:prstGeom>
        <a:solidFill>
          <a:schemeClr val="accent3">
            <a:lumMod val="7500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CFB9CF-BB76-4BDC-932B-A329BC03E697}">
      <dsp:nvSpPr>
        <dsp:cNvPr id="0" name=""/>
        <dsp:cNvSpPr/>
      </dsp:nvSpPr>
      <dsp:spPr>
        <a:xfrm>
          <a:off x="7422033" y="1798210"/>
          <a:ext cx="3245966" cy="1215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altLang="en-US" sz="1400" b="1" kern="1200" dirty="0">
              <a:solidFill>
                <a:schemeClr val="tx1"/>
              </a:solidFill>
              <a:hlinkClick xmlns:r="http://schemas.openxmlformats.org/officeDocument/2006/relationships" r:id="rId3">
                <a:extLst>
                  <a:ext uri="{A12FA001-AC4F-418D-AE19-62706E023703}">
                    <ahyp:hlinkClr xmlns:ahyp="http://schemas.microsoft.com/office/drawing/2018/hyperlinkcolor" val="tx"/>
                  </a:ext>
                </a:extLst>
              </a:hlinkClick>
            </a:rPr>
            <a:t>Duke Kahanamoku</a:t>
          </a:r>
          <a:r>
            <a:rPr lang="en-US" altLang="en-US" sz="1400" b="1" kern="1200" dirty="0">
              <a:solidFill>
                <a:schemeClr val="tx1"/>
              </a:solidFill>
            </a:rPr>
            <a:t> </a:t>
          </a:r>
          <a:r>
            <a:rPr lang="en-US" altLang="en-US" sz="1400" kern="1200" dirty="0">
              <a:solidFill>
                <a:schemeClr val="tx1"/>
              </a:solidFill>
            </a:rPr>
            <a:t>was a Hawaiian competitive swimmer. He won five Olympic metals for swimming. He also popularized the Hawaiian sport of surfing in the US.</a:t>
          </a:r>
          <a:endParaRPr lang="en-US" sz="1400" kern="1200" dirty="0">
            <a:solidFill>
              <a:schemeClr val="tx1"/>
            </a:solidFill>
          </a:endParaRPr>
        </a:p>
      </dsp:txBody>
      <dsp:txXfrm>
        <a:off x="7422033" y="1798210"/>
        <a:ext cx="3245966" cy="121587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2">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CC79A4-0B25-469F-9B41-E1B92476C6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5F87740-790C-4B8E-8BDF-37374E5C19A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8EE06D-E2C5-4DF1-B3C1-8E9169AAB10D}" type="datetimeFigureOut">
              <a:rPr lang="en-US" smtClean="0"/>
              <a:t>6/27/2026</a:t>
            </a:fld>
            <a:endParaRPr lang="en-US" dirty="0"/>
          </a:p>
        </p:txBody>
      </p:sp>
      <p:sp>
        <p:nvSpPr>
          <p:cNvPr id="4" name="Footer Placeholder 3">
            <a:extLst>
              <a:ext uri="{FF2B5EF4-FFF2-40B4-BE49-F238E27FC236}">
                <a16:creationId xmlns:a16="http://schemas.microsoft.com/office/drawing/2014/main" id="{75C8AAF8-731F-4C2E-B690-3086B25AFC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1C11FA-B74B-44E5-9E55-A45B9911BE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EE2F40-54C0-4227-BA47-31BF544EF93E}" type="slidenum">
              <a:rPr lang="en-US" smtClean="0"/>
              <a:t>‹#›</a:t>
            </a:fld>
            <a:endParaRPr lang="en-US" dirty="0"/>
          </a:p>
        </p:txBody>
      </p:sp>
    </p:spTree>
    <p:extLst>
      <p:ext uri="{BB962C8B-B14F-4D97-AF65-F5344CB8AC3E}">
        <p14:creationId xmlns:p14="http://schemas.microsoft.com/office/powerpoint/2010/main" val="37907446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1</a:t>
            </a:fld>
            <a:endParaRPr lang="en-US" altLang="en-US" dirty="0"/>
          </a:p>
        </p:txBody>
      </p:sp>
      <p:sp>
        <p:nvSpPr>
          <p:cNvPr id="15363" name="Rectangle 2">
            <a:extLst>
              <a:ext uri="{FF2B5EF4-FFF2-40B4-BE49-F238E27FC236}">
                <a16:creationId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08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3</a:t>
            </a:fld>
            <a:endParaRPr lang="en-US" altLang="en-US" dirty="0"/>
          </a:p>
        </p:txBody>
      </p:sp>
    </p:spTree>
    <p:extLst>
      <p:ext uri="{BB962C8B-B14F-4D97-AF65-F5344CB8AC3E}">
        <p14:creationId xmlns:p14="http://schemas.microsoft.com/office/powerpoint/2010/main" val="1632278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5</a:t>
            </a:fld>
            <a:endParaRPr lang="en-US" altLang="en-US" dirty="0"/>
          </a:p>
        </p:txBody>
      </p:sp>
    </p:spTree>
    <p:extLst>
      <p:ext uri="{BB962C8B-B14F-4D97-AF65-F5344CB8AC3E}">
        <p14:creationId xmlns:p14="http://schemas.microsoft.com/office/powerpoint/2010/main" val="138341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101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11</a:t>
            </a:fld>
            <a:endParaRPr lang="en-US" altLang="en-US" dirty="0"/>
          </a:p>
        </p:txBody>
      </p:sp>
    </p:spTree>
    <p:extLst>
      <p:ext uri="{BB962C8B-B14F-4D97-AF65-F5344CB8AC3E}">
        <p14:creationId xmlns:p14="http://schemas.microsoft.com/office/powerpoint/2010/main" val="40952882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tx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57007FCA-3EC9-46F6-BE85-2DE9F97B485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83" name="Title 381">
            <a:extLst>
              <a:ext uri="{FF2B5EF4-FFF2-40B4-BE49-F238E27FC236}">
                <a16:creationId xmlns:a16="http://schemas.microsoft.com/office/drawing/2014/main" id="{219026B8-F099-4229-B446-9FE2B966BEF7}"/>
              </a:ext>
            </a:extLst>
          </p:cNvPr>
          <p:cNvSpPr>
            <a:spLocks noGrp="1"/>
          </p:cNvSpPr>
          <p:nvPr>
            <p:ph type="title"/>
          </p:nvPr>
        </p:nvSpPr>
        <p:spPr>
          <a:xfrm>
            <a:off x="2581656" y="2304288"/>
            <a:ext cx="7022592" cy="2258568"/>
          </a:xfrm>
        </p:spPr>
        <p:txBody>
          <a:bodyPr vert="horz" lIns="91440" tIns="45720" rIns="91440" bIns="45720" rtlCol="0" anchor="ctr">
            <a:normAutofit/>
          </a:bodyPr>
          <a:lstStyle>
            <a:lvl1pPr algn="ctr">
              <a:defRPr lang="en-US" sz="4800" b="1">
                <a:solidFill>
                  <a:schemeClr val="accent4">
                    <a:lumMod val="75000"/>
                  </a:schemeClr>
                </a:solidFill>
                <a:ea typeface="+mn-ea"/>
                <a:cs typeface="+mn-cs"/>
              </a:defRPr>
            </a:lvl1pPr>
          </a:lstStyle>
          <a:p>
            <a:pPr marL="0" lvl="0" indent="0" algn="ctr">
              <a:lnSpc>
                <a:spcPct val="110000"/>
              </a:lnSpc>
              <a:spcBef>
                <a:spcPts val="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063099788"/>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Photo Content">
    <p:bg>
      <p:bgPr>
        <a:solidFill>
          <a:schemeClr val="accent4"/>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p:nvPr>
        </p:nvSpPr>
        <p:spPr>
          <a:xfrm>
            <a:off x="762000" y="1905000"/>
            <a:ext cx="5334000" cy="3276600"/>
          </a:xfrm>
        </p:spPr>
        <p:txBody>
          <a:bodyPr/>
          <a:lstStyle>
            <a:lvl1pPr marL="0" indent="0">
              <a:buNone/>
              <a:defRPr sz="1800" b="1">
                <a:solidFill>
                  <a:schemeClr val="accent4">
                    <a:lumMod val="50000"/>
                  </a:schemeClr>
                </a:solidFill>
              </a:defRPr>
            </a:lvl1pPr>
            <a:lvl2pPr marL="283464" indent="-283464">
              <a:spcBef>
                <a:spcPts val="1000"/>
              </a:spcBef>
              <a:defRPr sz="1800">
                <a:solidFill>
                  <a:schemeClr val="accent4">
                    <a:lumMod val="50000"/>
                  </a:schemeClr>
                </a:solidFill>
              </a:defRPr>
            </a:lvl2pPr>
          </a:lstStyle>
          <a:p>
            <a:pPr lvl="0"/>
            <a:r>
              <a:rPr lang="en-US"/>
              <a:t>Click to edit Master text styles</a:t>
            </a:r>
          </a:p>
          <a:p>
            <a:pPr lvl="1"/>
            <a:r>
              <a:rPr lang="en-US"/>
              <a:t>Second level</a:t>
            </a:r>
          </a:p>
        </p:txBody>
      </p:sp>
      <p:sp>
        <p:nvSpPr>
          <p:cNvPr id="14" name="Picture Placeholder 13">
            <a:extLst>
              <a:ext uri="{FF2B5EF4-FFF2-40B4-BE49-F238E27FC236}">
                <a16:creationId xmlns:a16="http://schemas.microsoft.com/office/drawing/2014/main" id="{9B1932CF-F265-4AEE-8704-F42C01AFB479}"/>
              </a:ext>
            </a:extLst>
          </p:cNvPr>
          <p:cNvSpPr>
            <a:spLocks noGrp="1"/>
          </p:cNvSpPr>
          <p:nvPr>
            <p:ph type="pic" sz="quarter" idx="10"/>
          </p:nvPr>
        </p:nvSpPr>
        <p:spPr>
          <a:xfrm>
            <a:off x="6858000" y="715963"/>
            <a:ext cx="4572000" cy="5113336"/>
          </a:xfrm>
        </p:spPr>
        <p:txBody>
          <a:bodyPr/>
          <a:lstStyle>
            <a:lvl1pPr algn="ctr">
              <a:buNone/>
              <a:defRPr sz="1600">
                <a:solidFill>
                  <a:schemeClr val="accent4">
                    <a:lumMod val="50000"/>
                  </a:schemeClr>
                </a:solidFill>
              </a:defRPr>
            </a:lvl1pPr>
          </a:lstStyle>
          <a:p>
            <a:r>
              <a:rPr lang="en-US"/>
              <a:t>Click icon to add picture</a:t>
            </a:r>
            <a:endParaRPr lang="en-US" dirty="0"/>
          </a:p>
        </p:txBody>
      </p:sp>
      <p:pic>
        <p:nvPicPr>
          <p:cNvPr id="2" name="Graphic 1">
            <a:extLst>
              <a:ext uri="{FF2B5EF4-FFF2-40B4-BE49-F238E27FC236}">
                <a16:creationId xmlns:a16="http://schemas.microsoft.com/office/drawing/2014/main" id="{09498076-A8F2-48B0-807A-C402BDA6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074048"/>
            <a:ext cx="6407956" cy="1783952"/>
          </a:xfrm>
          <a:prstGeom prst="rect">
            <a:avLst/>
          </a:prstGeom>
        </p:spPr>
      </p:pic>
      <p:sp>
        <p:nvSpPr>
          <p:cNvPr id="3" name="Title 2">
            <a:extLst>
              <a:ext uri="{FF2B5EF4-FFF2-40B4-BE49-F238E27FC236}">
                <a16:creationId xmlns:a16="http://schemas.microsoft.com/office/drawing/2014/main" id="{5CF9E2C1-844F-4C0E-A423-111C77AEEF18}"/>
              </a:ext>
            </a:extLst>
          </p:cNvPr>
          <p:cNvSpPr>
            <a:spLocks noGrp="1"/>
          </p:cNvSpPr>
          <p:nvPr>
            <p:ph type="title"/>
          </p:nvPr>
        </p:nvSpPr>
        <p:spPr>
          <a:xfrm>
            <a:off x="762000" y="715961"/>
            <a:ext cx="5334000" cy="1189037"/>
          </a:xfrm>
        </p:spPr>
        <p:txBody>
          <a:bodyPr vert="horz" lIns="91440" tIns="45720" rIns="91440" bIns="45720" rtlCol="0" anchor="t">
            <a:normAutofit/>
          </a:bodyPr>
          <a:lstStyle>
            <a:lvl1pPr>
              <a:defRPr lang="en-US" sz="4000" b="1">
                <a:solidFill>
                  <a:schemeClr val="accent1"/>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4100089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Photo Content">
    <p:bg>
      <p:bgPr>
        <a:solidFill>
          <a:schemeClr val="accent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p:nvPr>
        </p:nvSpPr>
        <p:spPr>
          <a:xfrm>
            <a:off x="762000" y="1905000"/>
            <a:ext cx="5334000" cy="3276600"/>
          </a:xfrm>
        </p:spPr>
        <p:txBody>
          <a:bodyPr/>
          <a:lstStyle>
            <a:lvl1pPr marL="0" indent="0">
              <a:buNone/>
              <a:defRPr sz="1800" b="1"/>
            </a:lvl1pPr>
            <a:lvl2pPr marL="283464" indent="-283464">
              <a:spcBef>
                <a:spcPts val="1000"/>
              </a:spcBef>
              <a:defRPr sz="1800"/>
            </a:lvl2pPr>
          </a:lstStyle>
          <a:p>
            <a:pPr lvl="0"/>
            <a:r>
              <a:rPr lang="en-US"/>
              <a:t>Click to edit Master text styles</a:t>
            </a:r>
          </a:p>
          <a:p>
            <a:pPr lvl="1"/>
            <a:r>
              <a:rPr lang="en-US"/>
              <a:t>Second level</a:t>
            </a:r>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444081"/>
            <a:ext cx="4572000" cy="2362200"/>
          </a:xfrm>
        </p:spPr>
        <p:txBody>
          <a:bodyPr>
            <a:normAutofit/>
          </a:bodyPr>
          <a:lstStyle>
            <a:lvl1pPr>
              <a:buNone/>
              <a:defRPr sz="1800"/>
            </a:lvl1pPr>
          </a:lstStyle>
          <a:p>
            <a:r>
              <a:rPr lang="en-US"/>
              <a:t>Click icon to add picture</a:t>
            </a:r>
            <a:endParaRPr lang="en-US" dirty="0"/>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p:spPr>
        <p:txBody>
          <a:bodyPr>
            <a:normAutofit/>
          </a:bodyPr>
          <a:lstStyle>
            <a:lvl1pPr>
              <a:buNone/>
              <a:defRPr sz="1800"/>
            </a:lvl1pPr>
          </a:lstStyle>
          <a:p>
            <a:r>
              <a:rPr lang="en-US"/>
              <a:t>Click icon to add picture</a:t>
            </a:r>
            <a:endParaRPr lang="en-US" dirty="0"/>
          </a:p>
        </p:txBody>
      </p:sp>
      <p:pic>
        <p:nvPicPr>
          <p:cNvPr id="2" name="Graphic 1" hidden="1">
            <a:extLst>
              <a:ext uri="{FF2B5EF4-FFF2-40B4-BE49-F238E27FC236}">
                <a16:creationId xmlns:a16="http://schemas.microsoft.com/office/drawing/2014/main" id="{295740BA-9B4E-4B38-827D-32544CDF758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892800"/>
            <a:ext cx="12192000" cy="965200"/>
          </a:xfrm>
          <a:prstGeom prst="rect">
            <a:avLst/>
          </a:prstGeom>
        </p:spPr>
      </p:pic>
      <p:pic>
        <p:nvPicPr>
          <p:cNvPr id="3" name="Graphic 2">
            <a:extLst>
              <a:ext uri="{FF2B5EF4-FFF2-40B4-BE49-F238E27FC236}">
                <a16:creationId xmlns:a16="http://schemas.microsoft.com/office/drawing/2014/main" id="{29C593AE-D9D2-42FE-A240-F97D187261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5327681"/>
            <a:ext cx="5496910" cy="1530320"/>
          </a:xfrm>
          <a:prstGeom prst="rect">
            <a:avLst/>
          </a:prstGeom>
        </p:spPr>
      </p:pic>
      <p:sp>
        <p:nvSpPr>
          <p:cNvPr id="11" name="Title 2">
            <a:extLst>
              <a:ext uri="{FF2B5EF4-FFF2-40B4-BE49-F238E27FC236}">
                <a16:creationId xmlns:a16="http://schemas.microsoft.com/office/drawing/2014/main" id="{9AA0A799-2244-4DB2-ACAB-F6DA87A73055}"/>
              </a:ext>
            </a:extLst>
          </p:cNvPr>
          <p:cNvSpPr>
            <a:spLocks noGrp="1"/>
          </p:cNvSpPr>
          <p:nvPr>
            <p:ph type="title"/>
          </p:nvPr>
        </p:nvSpPr>
        <p:spPr>
          <a:xfrm>
            <a:off x="762000" y="715961"/>
            <a:ext cx="5334000" cy="1189037"/>
          </a:xfrm>
        </p:spPr>
        <p:txBody>
          <a:bodyPr vert="horz" lIns="91440" tIns="45720" rIns="91440" bIns="45720" rtlCol="0" anchor="t">
            <a:normAutofit/>
          </a:bodyPr>
          <a:lstStyle>
            <a:lvl1pPr>
              <a:defRPr lang="en-US" sz="4000" b="1">
                <a:solidFill>
                  <a:schemeClr val="tx1"/>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830834994"/>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ight Pattern Content Dark">
    <p:bg>
      <p:bgPr>
        <a:solidFill>
          <a:schemeClr val="accent3"/>
        </a:solid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p:nvPr>
        </p:nvSpPr>
        <p:spPr>
          <a:xfrm>
            <a:off x="762000" y="1905000"/>
            <a:ext cx="6477000" cy="3276600"/>
          </a:xfrm>
        </p:spPr>
        <p:txBody>
          <a:bodyPr/>
          <a:lstStyle>
            <a:lvl1pPr marL="0" indent="0">
              <a:buNone/>
              <a:defRPr sz="1800" b="1">
                <a:solidFill>
                  <a:schemeClr val="bg1"/>
                </a:solidFill>
              </a:defRPr>
            </a:lvl1pPr>
            <a:lvl2pPr marL="283464" indent="-283464">
              <a:spcBef>
                <a:spcPts val="1000"/>
              </a:spcBef>
              <a:defRPr sz="1800">
                <a:solidFill>
                  <a:schemeClr val="bg1"/>
                </a:solidFill>
              </a:defRPr>
            </a:lvl2pPr>
          </a:lstStyle>
          <a:p>
            <a:pPr lvl="0"/>
            <a:r>
              <a:rPr lang="en-US"/>
              <a:t>Click to edit Master text styles</a:t>
            </a:r>
          </a:p>
          <a:p>
            <a:pPr lvl="1"/>
            <a:r>
              <a:rPr lang="en-US"/>
              <a:t>Second level</a:t>
            </a:r>
          </a:p>
        </p:txBody>
      </p:sp>
      <p:pic>
        <p:nvPicPr>
          <p:cNvPr id="2" name="Graphic 1">
            <a:extLst>
              <a:ext uri="{FF2B5EF4-FFF2-40B4-BE49-F238E27FC236}">
                <a16:creationId xmlns:a16="http://schemas.microsoft.com/office/drawing/2014/main" id="{A997D967-7D0C-43B1-AF0D-22448F0504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55106" y="0"/>
            <a:ext cx="3136894" cy="6858000"/>
          </a:xfrm>
          <a:prstGeom prst="rect">
            <a:avLst/>
          </a:prstGeom>
        </p:spPr>
      </p:pic>
      <p:sp>
        <p:nvSpPr>
          <p:cNvPr id="5" name="Title 2">
            <a:extLst>
              <a:ext uri="{FF2B5EF4-FFF2-40B4-BE49-F238E27FC236}">
                <a16:creationId xmlns:a16="http://schemas.microsoft.com/office/drawing/2014/main" id="{9B292CAA-5A7B-44A6-B47D-2FE9F593A944}"/>
              </a:ext>
            </a:extLst>
          </p:cNvPr>
          <p:cNvSpPr>
            <a:spLocks noGrp="1"/>
          </p:cNvSpPr>
          <p:nvPr>
            <p:ph type="title"/>
          </p:nvPr>
        </p:nvSpPr>
        <p:spPr>
          <a:xfrm>
            <a:off x="761999" y="715961"/>
            <a:ext cx="6476999" cy="1189037"/>
          </a:xfrm>
        </p:spPr>
        <p:txBody>
          <a:bodyPr vert="horz" lIns="91440" tIns="45720" rIns="91440" bIns="45720" rtlCol="0" anchor="t">
            <a:normAutofit/>
          </a:bodyPr>
          <a:lstStyle>
            <a:lvl1pPr>
              <a:defRPr lang="en-US" sz="4000" b="1">
                <a:solidFill>
                  <a:schemeClr val="bg1"/>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15622252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ight Pattern Content Light">
    <p:bg>
      <p:bgPr>
        <a:solidFill>
          <a:schemeClr val="bg1"/>
        </a:solid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p:nvPr>
        </p:nvSpPr>
        <p:spPr>
          <a:xfrm>
            <a:off x="762000" y="1905000"/>
            <a:ext cx="6477000" cy="3276600"/>
          </a:xfrm>
        </p:spPr>
        <p:txBody>
          <a:bodyPr/>
          <a:lstStyle>
            <a:lvl1pPr marL="0" indent="0">
              <a:buNone/>
              <a:defRPr sz="1800" b="1">
                <a:solidFill>
                  <a:schemeClr val="accent1">
                    <a:lumMod val="50000"/>
                  </a:schemeClr>
                </a:solidFill>
              </a:defRPr>
            </a:lvl1pPr>
            <a:lvl2pPr marL="283464" indent="-283464">
              <a:spcBef>
                <a:spcPts val="1000"/>
              </a:spcBef>
              <a:defRPr sz="1800">
                <a:solidFill>
                  <a:schemeClr val="accent1">
                    <a:lumMod val="50000"/>
                  </a:schemeClr>
                </a:solidFill>
              </a:defRPr>
            </a:lvl2pPr>
          </a:lstStyle>
          <a:p>
            <a:pPr lvl="0"/>
            <a:r>
              <a:rPr lang="en-US"/>
              <a:t>Click to edit Master text styles</a:t>
            </a:r>
          </a:p>
          <a:p>
            <a:pPr lvl="1"/>
            <a:r>
              <a:rPr lang="en-US"/>
              <a:t>Second level</a:t>
            </a:r>
          </a:p>
        </p:txBody>
      </p:sp>
      <p:pic>
        <p:nvPicPr>
          <p:cNvPr id="2" name="Graphic 1">
            <a:extLst>
              <a:ext uri="{FF2B5EF4-FFF2-40B4-BE49-F238E27FC236}">
                <a16:creationId xmlns:a16="http://schemas.microsoft.com/office/drawing/2014/main" id="{A997D967-7D0C-43B1-AF0D-22448F0504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55106" y="0"/>
            <a:ext cx="3136894" cy="6858000"/>
          </a:xfrm>
          <a:prstGeom prst="rect">
            <a:avLst/>
          </a:prstGeom>
        </p:spPr>
      </p:pic>
      <p:sp>
        <p:nvSpPr>
          <p:cNvPr id="5" name="Title 2">
            <a:extLst>
              <a:ext uri="{FF2B5EF4-FFF2-40B4-BE49-F238E27FC236}">
                <a16:creationId xmlns:a16="http://schemas.microsoft.com/office/drawing/2014/main" id="{9B292CAA-5A7B-44A6-B47D-2FE9F593A944}"/>
              </a:ext>
            </a:extLst>
          </p:cNvPr>
          <p:cNvSpPr>
            <a:spLocks noGrp="1"/>
          </p:cNvSpPr>
          <p:nvPr>
            <p:ph type="title"/>
          </p:nvPr>
        </p:nvSpPr>
        <p:spPr>
          <a:xfrm>
            <a:off x="761999" y="715961"/>
            <a:ext cx="6476999" cy="1189037"/>
          </a:xfrm>
        </p:spPr>
        <p:txBody>
          <a:bodyPr vert="horz" lIns="91440" tIns="45720" rIns="91440" bIns="45720" rtlCol="0" anchor="t">
            <a:normAutofit/>
          </a:bodyPr>
          <a:lstStyle>
            <a:lvl1pPr>
              <a:defRPr lang="en-US" sz="4000" b="1">
                <a:solidFill>
                  <a:schemeClr val="accent1"/>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34211921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Pattern Content">
    <p:bg>
      <p:bgPr>
        <a:solidFill>
          <a:schemeClr val="tx1"/>
        </a:solid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p:nvPr>
        </p:nvSpPr>
        <p:spPr>
          <a:xfrm>
            <a:off x="4457700" y="1905000"/>
            <a:ext cx="7219043" cy="3276600"/>
          </a:xfrm>
        </p:spPr>
        <p:txBody>
          <a:bodyPr/>
          <a:lstStyle>
            <a:lvl1pPr marL="0" indent="0">
              <a:buNone/>
              <a:defRPr sz="1800" b="1">
                <a:solidFill>
                  <a:schemeClr val="accent1">
                    <a:lumMod val="50000"/>
                  </a:schemeClr>
                </a:solidFill>
              </a:defRPr>
            </a:lvl1pPr>
            <a:lvl2pPr marL="283464" indent="-283464">
              <a:spcBef>
                <a:spcPts val="1000"/>
              </a:spcBef>
              <a:defRPr sz="1800">
                <a:solidFill>
                  <a:schemeClr val="accent1">
                    <a:lumMod val="50000"/>
                  </a:schemeClr>
                </a:solidFill>
              </a:defRPr>
            </a:lvl2pPr>
          </a:lstStyle>
          <a:p>
            <a:pPr lvl="0"/>
            <a:r>
              <a:rPr lang="en-US"/>
              <a:t>Click to edit Master text styles</a:t>
            </a:r>
          </a:p>
          <a:p>
            <a:pPr lvl="1"/>
            <a:r>
              <a:rPr lang="en-US"/>
              <a:t>Second level</a:t>
            </a:r>
          </a:p>
        </p:txBody>
      </p:sp>
      <p:pic>
        <p:nvPicPr>
          <p:cNvPr id="2" name="Graphic 1">
            <a:extLst>
              <a:ext uri="{FF2B5EF4-FFF2-40B4-BE49-F238E27FC236}">
                <a16:creationId xmlns:a16="http://schemas.microsoft.com/office/drawing/2014/main" id="{805C4425-09AC-4097-B868-D49C9D64C8F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03"/>
            <a:ext cx="3720664" cy="6857194"/>
          </a:xfrm>
          <a:prstGeom prst="rect">
            <a:avLst/>
          </a:prstGeom>
        </p:spPr>
      </p:pic>
      <p:sp>
        <p:nvSpPr>
          <p:cNvPr id="5" name="Title 2">
            <a:extLst>
              <a:ext uri="{FF2B5EF4-FFF2-40B4-BE49-F238E27FC236}">
                <a16:creationId xmlns:a16="http://schemas.microsoft.com/office/drawing/2014/main" id="{C6104E15-F449-422E-973A-1899DDF43DE1}"/>
              </a:ext>
            </a:extLst>
          </p:cNvPr>
          <p:cNvSpPr>
            <a:spLocks noGrp="1"/>
          </p:cNvSpPr>
          <p:nvPr>
            <p:ph type="title"/>
          </p:nvPr>
        </p:nvSpPr>
        <p:spPr>
          <a:xfrm>
            <a:off x="4457699" y="715961"/>
            <a:ext cx="7219043" cy="1189037"/>
          </a:xfrm>
        </p:spPr>
        <p:txBody>
          <a:bodyPr vert="horz" lIns="91440" tIns="45720" rIns="91440" bIns="45720" rtlCol="0" anchor="t">
            <a:normAutofit/>
          </a:bodyPr>
          <a:lstStyle>
            <a:lvl1pPr>
              <a:defRPr lang="en-US" sz="4000" b="1">
                <a:solidFill>
                  <a:schemeClr val="accent1"/>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1955961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etti Content Orang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470216E-CA87-491C-BBBE-DDFD70D768F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94" t="34041" r="11052" b="45480"/>
          <a:stretch/>
        </p:blipFill>
        <p:spPr>
          <a:xfrm>
            <a:off x="-3048" y="35012"/>
            <a:ext cx="12198096" cy="6787977"/>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Section title with border</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19018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fetti Content Green">
    <p:bg>
      <p:bgPr>
        <a:solidFill>
          <a:schemeClr val="accent5"/>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470216E-CA87-491C-BBBE-DDFD70D768F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94" t="34041" r="11052" b="45480"/>
          <a:stretch/>
        </p:blipFill>
        <p:spPr>
          <a:xfrm>
            <a:off x="-3048" y="35012"/>
            <a:ext cx="12198096" cy="6787977"/>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Section title with border</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164887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ottom Pattern Black">
    <p:bg>
      <p:bgPr>
        <a:solidFill>
          <a:schemeClr val="accent4"/>
        </a:solidFill>
        <a:effectLst/>
      </p:bgPr>
    </p:bg>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spcBef>
                <a:spcPts val="0"/>
              </a:spcBef>
              <a:spcAft>
                <a:spcPts val="0"/>
              </a:spcAft>
              <a:buFont typeface="Arial" panose="020B0604020202020204" pitchFamily="34" charset="0"/>
              <a:buNone/>
              <a:defRPr lang="en-US" sz="1800" kern="1200" dirty="0">
                <a:solidFill>
                  <a:schemeClr val="accent1">
                    <a:lumMod val="75000"/>
                  </a:schemeClr>
                </a:solidFill>
                <a:latin typeface="+mn-lt"/>
                <a:ea typeface="+mn-ea"/>
                <a:cs typeface="+mn-cs"/>
              </a:defRPr>
            </a:lvl1pPr>
          </a:lstStyle>
          <a:p>
            <a:pPr lvl="0"/>
            <a:r>
              <a:rPr lang="en-US"/>
              <a:t>Insert content here</a:t>
            </a:r>
          </a:p>
        </p:txBody>
      </p:sp>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itchFamily="34" charset="0"/>
              </a:defRPr>
            </a:lvl1pPr>
          </a:lstStyle>
          <a:p>
            <a:pPr lvl="0"/>
            <a:r>
              <a:rPr lang="en-US" dirty="0"/>
              <a:t>Click to edit Master text styles</a:t>
            </a:r>
          </a:p>
        </p:txBody>
      </p:sp>
      <p:pic>
        <p:nvPicPr>
          <p:cNvPr id="3" name="Graphic 2">
            <a:extLst>
              <a:ext uri="{FF2B5EF4-FFF2-40B4-BE49-F238E27FC236}">
                <a16:creationId xmlns:a16="http://schemas.microsoft.com/office/drawing/2014/main" id="{F781D833-01F3-4F75-8F62-D60039CA3703}"/>
              </a:ext>
            </a:extLst>
          </p:cNvPr>
          <p:cNvPicPr>
            <a:picLocks noChangeAspect="1"/>
          </p:cNvPicPr>
          <p:nvPr userDrawn="1"/>
        </p:nvPicPr>
        <p:blipFill>
          <a:blip>
            <a:alphaModFix amt="50000"/>
            <a:extLst>
              <a:ext uri="{96DAC541-7B7A-43D3-8B79-37D633B846F1}">
                <asvg:svgBlip xmlns:asvg="http://schemas.microsoft.com/office/drawing/2016/SVG/main" r:embed="rId2"/>
              </a:ext>
            </a:extLst>
          </a:blip>
          <a:stretch>
            <a:fillRect/>
          </a:stretch>
        </p:blipFill>
        <p:spPr>
          <a:xfrm>
            <a:off x="0" y="5791200"/>
            <a:ext cx="12192000" cy="1066800"/>
          </a:xfrm>
          <a:prstGeom prst="rect">
            <a:avLst/>
          </a:prstGeom>
        </p:spPr>
      </p:pic>
    </p:spTree>
    <p:extLst>
      <p:ext uri="{BB962C8B-B14F-4D97-AF65-F5344CB8AC3E}">
        <p14:creationId xmlns:p14="http://schemas.microsoft.com/office/powerpoint/2010/main" val="1273945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ottom Pattern White">
    <p:bg>
      <p:bgPr>
        <a:solidFill>
          <a:schemeClr val="accent5"/>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BC00585D-E155-409A-899A-29BDF4E57FD3}"/>
              </a:ext>
            </a:extLst>
          </p:cNvPr>
          <p:cNvSpPr>
            <a:spLocks noGrp="1"/>
          </p:cNvSpPr>
          <p:nvPr>
            <p:ph type="title" hasCustomPrompt="1"/>
          </p:nvPr>
        </p:nvSpPr>
        <p:spPr>
          <a:xfrm>
            <a:off x="762000" y="716577"/>
            <a:ext cx="10668000" cy="615553"/>
          </a:xfrm>
          <a:noFill/>
        </p:spPr>
        <p:txBody>
          <a:bodyPr wrap="square" lIns="0" tIns="0" rIns="0" bIns="0" anchor="b" anchorCtr="0">
            <a:spAutoFit/>
          </a:bodyPr>
          <a:lstStyle>
            <a:lvl1pPr algn="l"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pPr lvl="0"/>
            <a:r>
              <a:rPr lang="en-US" dirty="0"/>
              <a:t>Click to edit Master text styles</a:t>
            </a:r>
          </a:p>
        </p:txBody>
      </p:sp>
      <p:sp>
        <p:nvSpPr>
          <p:cNvPr id="5" name="Text Placeholder 4">
            <a:extLst>
              <a:ext uri="{FF2B5EF4-FFF2-40B4-BE49-F238E27FC236}">
                <a16:creationId xmlns:a16="http://schemas.microsoft.com/office/drawing/2014/main" id="{2D944D9B-AA15-4DB5-AE58-0FA514F6FE87}"/>
              </a:ext>
            </a:extLst>
          </p:cNvPr>
          <p:cNvSpPr>
            <a:spLocks noGrp="1"/>
          </p:cNvSpPr>
          <p:nvPr>
            <p:ph type="body" sz="quarter" idx="13" hasCustomPrompt="1"/>
          </p:nvPr>
        </p:nvSpPr>
        <p:spPr>
          <a:xfrm>
            <a:off x="762000" y="1790699"/>
            <a:ext cx="10668000" cy="685800"/>
          </a:xfrm>
          <a:prstGeom prst="rect">
            <a:avLst/>
          </a:prstGeom>
          <a:noFill/>
        </p:spPr>
        <p:txBody>
          <a:bodyPr wrap="square" lIns="0" tIns="0" rIns="0" bIns="0">
            <a:noAutofit/>
          </a:bodyPr>
          <a:lstStyle>
            <a:lvl1pPr marL="0" indent="0" algn="l">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pic>
        <p:nvPicPr>
          <p:cNvPr id="2" name="Graphic 1">
            <a:extLst>
              <a:ext uri="{FF2B5EF4-FFF2-40B4-BE49-F238E27FC236}">
                <a16:creationId xmlns:a16="http://schemas.microsoft.com/office/drawing/2014/main" id="{29AB818C-9403-4CA7-8FC5-347DDE455E77}"/>
              </a:ext>
            </a:extLst>
          </p:cNvPr>
          <p:cNvPicPr>
            <a:picLocks noChangeAspect="1"/>
          </p:cNvPicPr>
          <p:nvPr userDrawn="1"/>
        </p:nvPicPr>
        <p:blipFill>
          <a:blip>
            <a:alphaModFix amt="40000"/>
            <a:extLst>
              <a:ext uri="{96DAC541-7B7A-43D3-8B79-37D633B846F1}">
                <asvg:svgBlip xmlns:asvg="http://schemas.microsoft.com/office/drawing/2016/SVG/main" r:embed="rId2"/>
              </a:ext>
            </a:extLst>
          </a:blip>
          <a:stretch>
            <a:fillRect/>
          </a:stretch>
        </p:blipFill>
        <p:spPr>
          <a:xfrm>
            <a:off x="0" y="5791200"/>
            <a:ext cx="12192000" cy="1066800"/>
          </a:xfrm>
          <a:prstGeom prst="rect">
            <a:avLst/>
          </a:prstGeom>
        </p:spPr>
      </p:pic>
    </p:spTree>
    <p:extLst>
      <p:ext uri="{BB962C8B-B14F-4D97-AF65-F5344CB8AC3E}">
        <p14:creationId xmlns:p14="http://schemas.microsoft.com/office/powerpoint/2010/main" val="1270356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rt Art">
    <p:bg>
      <p:bgPr>
        <a:solidFill>
          <a:schemeClr val="accent3"/>
        </a:solidFill>
        <a:effectLst/>
      </p:bgPr>
    </p:bg>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3E65ED86-A26C-479A-8393-0BFDCBCD43F2}"/>
              </a:ext>
            </a:extLst>
          </p:cNvPr>
          <p:cNvSpPr>
            <a:spLocks noGrp="1"/>
          </p:cNvSpPr>
          <p:nvPr>
            <p:ph type="body" sz="quarter" idx="13" hasCustomPrompt="1"/>
          </p:nvPr>
        </p:nvSpPr>
        <p:spPr>
          <a:xfrm>
            <a:off x="762000" y="1783952"/>
            <a:ext cx="10668000" cy="1111648"/>
          </a:xfrm>
          <a:prstGeom prst="rect">
            <a:avLst/>
          </a:prstGeom>
          <a:noFill/>
        </p:spPr>
        <p:txBody>
          <a:bodyPr wrap="square" lIns="0" tIns="0" rIns="0" bIns="0">
            <a:noAutofit/>
          </a:bodyPr>
          <a:lstStyle>
            <a:lvl1pPr marL="0" indent="0" algn="l">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
        <p:nvSpPr>
          <p:cNvPr id="4" name="Title 1">
            <a:extLst>
              <a:ext uri="{FF2B5EF4-FFF2-40B4-BE49-F238E27FC236}">
                <a16:creationId xmlns:a16="http://schemas.microsoft.com/office/drawing/2014/main" id="{F858EEFF-117E-4B86-B6B2-CD8F71AA8C4A}"/>
              </a:ext>
            </a:extLst>
          </p:cNvPr>
          <p:cNvSpPr>
            <a:spLocks noGrp="1"/>
          </p:cNvSpPr>
          <p:nvPr>
            <p:ph type="title" hasCustomPrompt="1"/>
          </p:nvPr>
        </p:nvSpPr>
        <p:spPr>
          <a:xfrm>
            <a:off x="762000" y="716577"/>
            <a:ext cx="10668000" cy="615553"/>
          </a:xfrm>
          <a:noFill/>
        </p:spPr>
        <p:txBody>
          <a:bodyPr wrap="square" lIns="0" tIns="0" rIns="0" bIns="0" anchor="b" anchorCtr="0">
            <a:spAutoFit/>
          </a:bodyPr>
          <a:lstStyle>
            <a:lvl1pPr algn="l" defTabSz="932742" rtl="0" eaLnBrk="1" latinLnBrk="0" hangingPunct="1">
              <a:lnSpc>
                <a:spcPct val="100000"/>
              </a:lnSpc>
              <a:spcBef>
                <a:spcPct val="0"/>
              </a:spcBef>
              <a:buNone/>
              <a:defRPr lang="en-US" sz="4000" b="1" i="0" kern="1200" cap="none" spc="-50" baseline="0" dirty="0">
                <a:ln w="3175">
                  <a:noFill/>
                </a:ln>
                <a:solidFill>
                  <a:schemeClr val="accent4">
                    <a:lumMod val="40000"/>
                    <a:lumOff val="60000"/>
                  </a:schemeClr>
                </a:solidFill>
                <a:effectLst/>
                <a:latin typeface="+mj-lt"/>
                <a:ea typeface="+mn-ea"/>
                <a:cs typeface="Segoe UI" pitchFamily="34" charset="0"/>
              </a:defRPr>
            </a:lvl1pPr>
          </a:lstStyle>
          <a:p>
            <a:pPr lvl="0"/>
            <a:r>
              <a:rPr lang="en-US" dirty="0"/>
              <a:t>Click to edit Master text styles</a:t>
            </a:r>
          </a:p>
        </p:txBody>
      </p:sp>
      <p:pic>
        <p:nvPicPr>
          <p:cNvPr id="3" name="Graphic 2" hidden="1">
            <a:extLst>
              <a:ext uri="{FF2B5EF4-FFF2-40B4-BE49-F238E27FC236}">
                <a16:creationId xmlns:a16="http://schemas.microsoft.com/office/drawing/2014/main" id="{D0B12BD8-7E23-4DB3-9F3C-68F6FF145E6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72650" y="0"/>
            <a:ext cx="2419350" cy="2619375"/>
          </a:xfrm>
          <a:prstGeom prst="rect">
            <a:avLst/>
          </a:prstGeom>
        </p:spPr>
      </p:pic>
      <p:pic>
        <p:nvPicPr>
          <p:cNvPr id="2" name="Graphic 1">
            <a:extLst>
              <a:ext uri="{FF2B5EF4-FFF2-40B4-BE49-F238E27FC236}">
                <a16:creationId xmlns:a16="http://schemas.microsoft.com/office/drawing/2014/main" id="{85143907-CDEB-455C-878E-7AE28AF7D2B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5418919" y="0"/>
            <a:ext cx="6407956" cy="1783952"/>
          </a:xfrm>
          <a:prstGeom prst="rect">
            <a:avLst/>
          </a:prstGeom>
        </p:spPr>
      </p:pic>
    </p:spTree>
    <p:extLst>
      <p:ext uri="{BB962C8B-B14F-4D97-AF65-F5344CB8AC3E}">
        <p14:creationId xmlns:p14="http://schemas.microsoft.com/office/powerpoint/2010/main" val="549727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1B9BC-7BE7-4893-90FD-CC95830FD8F2}" type="datetimeFigureOut">
              <a:rPr lang="en-US" smtClean="0"/>
              <a:t>6/27/2026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715270E-046A-4C23-BC98-E307A7DD6BE8}" type="slidenum">
              <a:rPr lang="en-US" smtClean="0"/>
              <a:t>‹#›</a:t>
            </a:fld>
            <a:endParaRPr lang="en-US" dirty="0"/>
          </a:p>
        </p:txBody>
      </p:sp>
    </p:spTree>
    <p:extLst>
      <p:ext uri="{BB962C8B-B14F-4D97-AF65-F5344CB8AC3E}">
        <p14:creationId xmlns:p14="http://schemas.microsoft.com/office/powerpoint/2010/main" val="2522832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364696-E1F3-49EF-AEC8-730A16D9A23F}" type="datetimeFigureOut">
              <a:rPr lang="en-US" altLang="en-US" smtClean="0"/>
              <a:pPr/>
              <a:t>6/27/2026</a:t>
            </a:fld>
            <a:endParaRPr lang="en-US" alt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2A1B0-4691-41D9-84E0-69D594EAA3FE}" type="slidenum">
              <a:rPr lang="en-US" altLang="en-US" smtClean="0"/>
              <a:pPr/>
              <a:t>‹#›</a:t>
            </a:fld>
            <a:endParaRPr lang="en-US" altLang="en-US" dirty="0"/>
          </a:p>
        </p:txBody>
      </p:sp>
    </p:spTree>
    <p:extLst>
      <p:ext uri="{BB962C8B-B14F-4D97-AF65-F5344CB8AC3E}">
        <p14:creationId xmlns:p14="http://schemas.microsoft.com/office/powerpoint/2010/main" val="3991899034"/>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7" r:id="rId5"/>
    <p:sldLayoutId id="2147483710" r:id="rId6"/>
    <p:sldLayoutId id="2147483716" r:id="rId7"/>
    <p:sldLayoutId id="2147483718" r:id="rId8"/>
    <p:sldLayoutId id="2147483712" r:id="rId9"/>
    <p:sldLayoutId id="2147483713" r:id="rId10"/>
    <p:sldLayoutId id="2147483714" r:id="rId11"/>
    <p:sldLayoutId id="214748371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www.bing.com/" TargetMode="External"/><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hyperlink" Target="https://www.bing.com/search?q=amy+tan"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https://www.bing.com/search?q=Yayoi+Kusama" TargetMode="External"/><Relationship Id="rId4" Type="http://schemas.openxmlformats.org/officeDocument/2006/relationships/hyperlink" Target="https://www.bing.com/search?q=Yo+Yo+Ma"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bing.com/search?q=notable%20asian%20pacific%20american%20authors" TargetMode="External"/><Relationship Id="rId2" Type="http://schemas.openxmlformats.org/officeDocument/2006/relationships/hyperlink" Target="https://www.bing.com/search?q=notable%20asian%20pacific%20american%20artists" TargetMode="External"/><Relationship Id="rId1" Type="http://schemas.openxmlformats.org/officeDocument/2006/relationships/slideLayout" Target="../slideLayouts/slideLayout5.xml"/><Relationship Id="rId5" Type="http://schemas.openxmlformats.org/officeDocument/2006/relationships/hyperlink" Target="https://www.bing.com/search?q=asian%20pacific%20american%20history" TargetMode="External"/><Relationship Id="rId4" Type="http://schemas.openxmlformats.org/officeDocument/2006/relationships/hyperlink" Target="https://www.bing.com/search?q=notable%20asian%20pacific%20american%20musician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68E5CF-FC82-40DA-8E6D-0BFF887BD80E}"/>
              </a:ext>
            </a:extLst>
          </p:cNvPr>
          <p:cNvSpPr>
            <a:spLocks noGrp="1"/>
          </p:cNvSpPr>
          <p:nvPr>
            <p:ph type="title"/>
          </p:nvPr>
        </p:nvSpPr>
        <p:spPr/>
        <p:txBody>
          <a:bodyPr anchor="ctr"/>
          <a:lstStyle/>
          <a:p>
            <a:r>
              <a:rPr lang="en-US" dirty="0"/>
              <a:t>Asian Pacific </a:t>
            </a:r>
            <a:br>
              <a:rPr lang="en-US" dirty="0"/>
            </a:br>
            <a:r>
              <a:rPr lang="en-US" dirty="0"/>
              <a:t>Heritage Month</a:t>
            </a:r>
          </a:p>
        </p:txBody>
      </p:sp>
    </p:spTree>
    <p:extLst>
      <p:ext uri="{BB962C8B-B14F-4D97-AF65-F5344CB8AC3E}">
        <p14:creationId xmlns:p14="http://schemas.microsoft.com/office/powerpoint/2010/main" val="4152393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C5EA60-12FC-4FB7-9CED-CDC28177F4B1}"/>
              </a:ext>
            </a:extLst>
          </p:cNvPr>
          <p:cNvSpPr>
            <a:spLocks noGrp="1"/>
          </p:cNvSpPr>
          <p:nvPr>
            <p:ph type="title"/>
          </p:nvPr>
        </p:nvSpPr>
        <p:spPr/>
        <p:txBody>
          <a:bodyPr/>
          <a:lstStyle/>
          <a:p>
            <a:r>
              <a:rPr lang="en-US" dirty="0"/>
              <a:t>Introduction</a:t>
            </a:r>
          </a:p>
        </p:txBody>
      </p:sp>
      <p:sp>
        <p:nvSpPr>
          <p:cNvPr id="2" name="Text Placeholder 1">
            <a:extLst>
              <a:ext uri="{FF2B5EF4-FFF2-40B4-BE49-F238E27FC236}">
                <a16:creationId xmlns:a16="http://schemas.microsoft.com/office/drawing/2014/main" id="{3F36812B-2065-4A2B-B59B-8957022687BC}"/>
              </a:ext>
            </a:extLst>
          </p:cNvPr>
          <p:cNvSpPr>
            <a:spLocks noGrp="1"/>
          </p:cNvSpPr>
          <p:nvPr>
            <p:ph type="body" sz="quarter" idx="11"/>
          </p:nvPr>
        </p:nvSpPr>
        <p:spPr>
          <a:xfrm>
            <a:off x="762000" y="1905000"/>
            <a:ext cx="6477000" cy="3276600"/>
          </a:xfrm>
        </p:spPr>
        <p:txBody>
          <a:bodyPr vert="horz" lIns="91440" tIns="45720" rIns="91440" bIns="45720" rtlCol="0" anchor="t">
            <a:normAutofit/>
          </a:bodyPr>
          <a:lstStyle/>
          <a:p>
            <a:r>
              <a:rPr lang="en-US" altLang="en-US" dirty="0"/>
              <a:t>State the significance of Asian Pacific Heritage Month</a:t>
            </a:r>
          </a:p>
          <a:p>
            <a:pPr lvl="1"/>
            <a:r>
              <a:rPr lang="en-US" dirty="0"/>
              <a:t>What is Asian Pacific Heritage Month?</a:t>
            </a:r>
          </a:p>
          <a:p>
            <a:pPr lvl="1"/>
            <a:r>
              <a:rPr lang="en-US" dirty="0"/>
              <a:t>Why does the United States celebrate it?</a:t>
            </a:r>
          </a:p>
          <a:p>
            <a:pPr lvl="1"/>
            <a:endParaRPr lang="en-US" altLang="en-US" dirty="0"/>
          </a:p>
          <a:p>
            <a:r>
              <a:rPr lang="en-US" altLang="en-US" dirty="0"/>
              <a:t>Tell your story</a:t>
            </a:r>
          </a:p>
          <a:p>
            <a:pPr lvl="1"/>
            <a:r>
              <a:rPr lang="en-US" altLang="en-US" dirty="0"/>
              <a:t>What does Asian Pacific Heritage Month mean to you?</a:t>
            </a:r>
          </a:p>
          <a:p>
            <a:pPr lvl="1"/>
            <a:r>
              <a:rPr lang="en-US" altLang="en-US" dirty="0"/>
              <a:t>Why is it important to you?</a:t>
            </a:r>
          </a:p>
        </p:txBody>
      </p:sp>
    </p:spTree>
    <p:extLst>
      <p:ext uri="{BB962C8B-B14F-4D97-AF65-F5344CB8AC3E}">
        <p14:creationId xmlns:p14="http://schemas.microsoft.com/office/powerpoint/2010/main" val="317406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p:txBody>
          <a:bodyPr/>
          <a:lstStyle/>
          <a:p>
            <a:pPr algn="ctr"/>
            <a:r>
              <a:rPr lang="en-US" sz="4000" b="1" dirty="0">
                <a:solidFill>
                  <a:schemeClr val="tx1"/>
                </a:solidFill>
              </a:rPr>
              <a:t>Overview</a:t>
            </a:r>
          </a:p>
        </p:txBody>
      </p:sp>
      <p:sp>
        <p:nvSpPr>
          <p:cNvPr id="6" name="Text Placeholder 5">
            <a:extLst>
              <a:ext uri="{FF2B5EF4-FFF2-40B4-BE49-F238E27FC236}">
                <a16:creationId xmlns:a16="http://schemas.microsoft.com/office/drawing/2014/main" id="{7DCBA01B-ECA4-4938-872A-B38BEB13AC06}"/>
              </a:ext>
            </a:extLst>
          </p:cNvPr>
          <p:cNvSpPr>
            <a:spLocks noGrp="1"/>
          </p:cNvSpPr>
          <p:nvPr>
            <p:ph type="body" sz="quarter" idx="12"/>
          </p:nvPr>
        </p:nvSpPr>
        <p:spPr/>
        <p:txBody>
          <a:bodyPr/>
          <a:lstStyle/>
          <a:p>
            <a:r>
              <a:rPr lang="en-US" dirty="0">
                <a:solidFill>
                  <a:schemeClr val="tx1"/>
                </a:solidFill>
              </a:rPr>
              <a:t>Give a brief overview of what you’ll cover in your presentation. </a:t>
            </a:r>
          </a:p>
          <a:p>
            <a:endParaRPr lang="en-US" dirty="0">
              <a:solidFill>
                <a:schemeClr val="tx1"/>
              </a:solidFill>
            </a:endParaRPr>
          </a:p>
        </p:txBody>
      </p:sp>
    </p:spTree>
    <p:extLst>
      <p:ext uri="{BB962C8B-B14F-4D97-AF65-F5344CB8AC3E}">
        <p14:creationId xmlns:p14="http://schemas.microsoft.com/office/powerpoint/2010/main" val="85230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E50E06-E63E-4F56-A2A4-9E76FE39B5A4}"/>
              </a:ext>
            </a:extLst>
          </p:cNvPr>
          <p:cNvSpPr>
            <a:spLocks noGrp="1"/>
          </p:cNvSpPr>
          <p:nvPr>
            <p:ph type="title"/>
          </p:nvPr>
        </p:nvSpPr>
        <p:spPr/>
        <p:txBody>
          <a:bodyPr/>
          <a:lstStyle/>
          <a:p>
            <a:r>
              <a:rPr lang="en-US" dirty="0"/>
              <a:t>Geography</a:t>
            </a:r>
          </a:p>
        </p:txBody>
      </p:sp>
      <p:sp>
        <p:nvSpPr>
          <p:cNvPr id="3" name="Text Placeholder 2">
            <a:extLst>
              <a:ext uri="{FF2B5EF4-FFF2-40B4-BE49-F238E27FC236}">
                <a16:creationId xmlns:a16="http://schemas.microsoft.com/office/drawing/2014/main" id="{00F984E2-31A5-468B-BDD2-9BF3D346F298}"/>
              </a:ext>
            </a:extLst>
          </p:cNvPr>
          <p:cNvSpPr>
            <a:spLocks noGrp="1"/>
          </p:cNvSpPr>
          <p:nvPr>
            <p:ph type="body" sz="quarter" idx="11"/>
          </p:nvPr>
        </p:nvSpPr>
        <p:spPr>
          <a:xfrm>
            <a:off x="762000" y="1905000"/>
            <a:ext cx="5334000" cy="3276600"/>
          </a:xfrm>
        </p:spPr>
        <p:txBody>
          <a:bodyPr>
            <a:normAutofit/>
          </a:bodyPr>
          <a:lstStyle/>
          <a:p>
            <a:pPr lvl="1"/>
            <a:r>
              <a:rPr lang="en-US" dirty="0"/>
              <a:t>Map of Asia</a:t>
            </a:r>
          </a:p>
          <a:p>
            <a:pPr lvl="1"/>
            <a:r>
              <a:rPr lang="en-US" dirty="0"/>
              <a:t>Map of Pacific Islands</a:t>
            </a:r>
          </a:p>
          <a:p>
            <a:endParaRPr lang="en-US" dirty="0"/>
          </a:p>
        </p:txBody>
      </p:sp>
      <p:sp>
        <p:nvSpPr>
          <p:cNvPr id="7" name="Picture Placeholder 6" descr="picture placeholder">
            <a:extLst>
              <a:ext uri="{FF2B5EF4-FFF2-40B4-BE49-F238E27FC236}">
                <a16:creationId xmlns:a16="http://schemas.microsoft.com/office/drawing/2014/main" id="{49FEF8C4-AE09-4BDC-90CD-3B99D7362046}"/>
              </a:ext>
            </a:extLst>
          </p:cNvPr>
          <p:cNvSpPr>
            <a:spLocks noGrp="1"/>
          </p:cNvSpPr>
          <p:nvPr>
            <p:ph type="pic" sz="quarter" idx="10"/>
          </p:nvPr>
        </p:nvSpPr>
        <p:spPr>
          <a:solidFill>
            <a:schemeClr val="accent4">
              <a:lumMod val="75000"/>
            </a:schemeClr>
          </a:solidFill>
        </p:spPr>
        <p:txBody>
          <a:bodyPr/>
          <a:lstStyle/>
          <a:p>
            <a:endParaRPr lang="en-US"/>
          </a:p>
        </p:txBody>
      </p:sp>
    </p:spTree>
    <p:extLst>
      <p:ext uri="{BB962C8B-B14F-4D97-AF65-F5344CB8AC3E}">
        <p14:creationId xmlns:p14="http://schemas.microsoft.com/office/powerpoint/2010/main" val="181141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8FBE6B-DC67-4E64-80F4-CADE978D2FE3}"/>
              </a:ext>
            </a:extLst>
          </p:cNvPr>
          <p:cNvSpPr>
            <a:spLocks noGrp="1"/>
          </p:cNvSpPr>
          <p:nvPr>
            <p:ph type="title"/>
          </p:nvPr>
        </p:nvSpPr>
        <p:spPr/>
        <p:txBody>
          <a:bodyPr/>
          <a:lstStyle/>
          <a:p>
            <a:r>
              <a:rPr lang="en-US" dirty="0"/>
              <a:t>History</a:t>
            </a:r>
          </a:p>
        </p:txBody>
      </p:sp>
      <p:sp>
        <p:nvSpPr>
          <p:cNvPr id="10" name="Text Placeholder 9">
            <a:extLst>
              <a:ext uri="{FF2B5EF4-FFF2-40B4-BE49-F238E27FC236}">
                <a16:creationId xmlns:a16="http://schemas.microsoft.com/office/drawing/2014/main" id="{3E90A16C-1235-4DE1-9AE7-2F7599C83F90}"/>
              </a:ext>
            </a:extLst>
          </p:cNvPr>
          <p:cNvSpPr>
            <a:spLocks noGrp="1"/>
          </p:cNvSpPr>
          <p:nvPr>
            <p:ph type="body" sz="quarter" idx="13"/>
          </p:nvPr>
        </p:nvSpPr>
        <p:spPr>
          <a:xfrm>
            <a:off x="762000" y="1905000"/>
            <a:ext cx="10668000" cy="685800"/>
          </a:xfrm>
        </p:spPr>
        <p:txBody>
          <a:bodyPr>
            <a:normAutofit/>
          </a:bodyPr>
          <a:lstStyle/>
          <a:p>
            <a:pPr marL="0" indent="0">
              <a:buNone/>
            </a:pPr>
            <a:r>
              <a:rPr lang="en-US" altLang="en-US" sz="1800" b="0" dirty="0">
                <a:latin typeface="+mj-lt"/>
              </a:rPr>
              <a:t>Make a timeline of the important historical event or list historical contributions made by people of Asian Pacific heritage. </a:t>
            </a:r>
          </a:p>
        </p:txBody>
      </p:sp>
      <p:graphicFrame>
        <p:nvGraphicFramePr>
          <p:cNvPr id="7" name="Group 85">
            <a:extLst>
              <a:ext uri="{FF2B5EF4-FFF2-40B4-BE49-F238E27FC236}">
                <a16:creationId xmlns:a16="http://schemas.microsoft.com/office/drawing/2014/main" id="{AD3D3348-39B0-440D-88BE-1A8FA9891931}"/>
              </a:ext>
            </a:extLst>
          </p:cNvPr>
          <p:cNvGraphicFramePr>
            <a:graphicFrameLocks/>
          </p:cNvGraphicFramePr>
          <p:nvPr>
            <p:extLst>
              <p:ext uri="{D42A27DB-BD31-4B8C-83A1-F6EECF244321}">
                <p14:modId xmlns:p14="http://schemas.microsoft.com/office/powerpoint/2010/main" val="1389725479"/>
              </p:ext>
            </p:extLst>
          </p:nvPr>
        </p:nvGraphicFramePr>
        <p:xfrm>
          <a:off x="762000" y="2590800"/>
          <a:ext cx="10668000" cy="2834640"/>
        </p:xfrm>
        <a:graphic>
          <a:graphicData uri="http://schemas.openxmlformats.org/drawingml/2006/table">
            <a:tbl>
              <a:tblPr firstRow="1"/>
              <a:tblGrid>
                <a:gridCol w="1778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gridCol w="1778000">
                  <a:extLst>
                    <a:ext uri="{9D8B030D-6E8A-4147-A177-3AD203B41FA5}">
                      <a16:colId xmlns:a16="http://schemas.microsoft.com/office/drawing/2014/main" val="20004"/>
                    </a:ext>
                  </a:extLst>
                </a:gridCol>
                <a:gridCol w="1778000">
                  <a:extLst>
                    <a:ext uri="{9D8B030D-6E8A-4147-A177-3AD203B41FA5}">
                      <a16:colId xmlns:a16="http://schemas.microsoft.com/office/drawing/2014/main" val="20005"/>
                    </a:ext>
                  </a:extLst>
                </a:gridCol>
              </a:tblGrid>
              <a:tr h="54864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1</a:t>
                      </a:r>
                      <a:r>
                        <a:rPr kumimoji="0" lang="en-US" sz="1400" b="1" i="0" u="none" strike="noStrike" cap="none" normalizeH="0" baseline="30000" dirty="0">
                          <a:ln>
                            <a:noFill/>
                          </a:ln>
                          <a:solidFill>
                            <a:schemeClr val="tx1"/>
                          </a:solidFill>
                          <a:effectLst/>
                          <a:latin typeface="+mn-lt"/>
                        </a:rPr>
                        <a:t>st</a:t>
                      </a:r>
                      <a:r>
                        <a:rPr kumimoji="0" lang="en-US" sz="1400" b="1" i="0" u="none" strike="noStrike" cap="none" normalizeH="0" baseline="0" dirty="0">
                          <a:ln>
                            <a:noFill/>
                          </a:ln>
                          <a:solidFill>
                            <a:schemeClr val="tx1"/>
                          </a:solidFill>
                          <a:effectLst/>
                          <a:latin typeface="+mn-lt"/>
                        </a:rPr>
                        <a:t> Event</a:t>
                      </a:r>
                    </a:p>
                  </a:txBody>
                  <a:tcPr anchor="ctr" horzOverflow="overflow">
                    <a:lnL w="28575" cap="flat" cmpd="sng" algn="ctr">
                      <a:no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2</a:t>
                      </a:r>
                      <a:r>
                        <a:rPr kumimoji="0" lang="en-US" sz="1400" b="1" i="0" u="none" strike="noStrike" cap="none" normalizeH="0" baseline="30000" dirty="0">
                          <a:ln>
                            <a:noFill/>
                          </a:ln>
                          <a:solidFill>
                            <a:schemeClr val="tx1"/>
                          </a:solidFill>
                          <a:effectLst/>
                          <a:latin typeface="+mn-lt"/>
                        </a:rPr>
                        <a:t>nd</a:t>
                      </a:r>
                      <a:r>
                        <a:rPr kumimoji="0" lang="en-US" sz="1400" b="1" i="0" u="none" strike="noStrike" cap="none" normalizeH="0" baseline="0" dirty="0">
                          <a:ln>
                            <a:noFill/>
                          </a:ln>
                          <a:solidFill>
                            <a:schemeClr val="tx1"/>
                          </a:solidFill>
                          <a:effectLst/>
                          <a:latin typeface="+mn-lt"/>
                        </a:rPr>
                        <a:t> Event</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3rd Event</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4</a:t>
                      </a:r>
                      <a:r>
                        <a:rPr kumimoji="0" lang="en-US" sz="1400" b="1" i="0" u="none" strike="noStrike" cap="none" normalizeH="0" baseline="30000" dirty="0">
                          <a:ln>
                            <a:noFill/>
                          </a:ln>
                          <a:solidFill>
                            <a:schemeClr val="tx1"/>
                          </a:solidFill>
                          <a:effectLst/>
                          <a:latin typeface="+mn-lt"/>
                        </a:rPr>
                        <a:t>th</a:t>
                      </a:r>
                      <a:r>
                        <a:rPr kumimoji="0" lang="en-US" sz="1400" b="1" i="0" u="none" strike="noStrike" cap="none" normalizeH="0" baseline="0" dirty="0">
                          <a:ln>
                            <a:noFill/>
                          </a:ln>
                          <a:solidFill>
                            <a:schemeClr val="tx1"/>
                          </a:solidFill>
                          <a:effectLst/>
                          <a:latin typeface="+mn-lt"/>
                        </a:rPr>
                        <a:t> Event</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5</a:t>
                      </a:r>
                      <a:r>
                        <a:rPr kumimoji="0" lang="en-US" sz="1400" b="1" i="0" u="none" strike="noStrike" cap="none" normalizeH="0" baseline="30000" dirty="0">
                          <a:ln>
                            <a:noFill/>
                          </a:ln>
                          <a:solidFill>
                            <a:schemeClr val="tx1"/>
                          </a:solidFill>
                          <a:effectLst/>
                          <a:latin typeface="+mn-lt"/>
                        </a:rPr>
                        <a:t>th</a:t>
                      </a:r>
                      <a:r>
                        <a:rPr kumimoji="0" lang="en-US" sz="1400" b="1" i="0" u="none" strike="noStrike" cap="none" normalizeH="0" baseline="0" dirty="0">
                          <a:ln>
                            <a:noFill/>
                          </a:ln>
                          <a:solidFill>
                            <a:schemeClr val="tx1"/>
                          </a:solidFill>
                          <a:effectLst/>
                          <a:latin typeface="+mn-lt"/>
                        </a:rPr>
                        <a:t> Event</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6</a:t>
                      </a:r>
                      <a:r>
                        <a:rPr kumimoji="0" lang="en-US" sz="1400" b="1" i="0" u="none" strike="noStrike" cap="none" normalizeH="0" baseline="30000" dirty="0">
                          <a:ln>
                            <a:noFill/>
                          </a:ln>
                          <a:solidFill>
                            <a:schemeClr val="tx1"/>
                          </a:solidFill>
                          <a:effectLst/>
                          <a:latin typeface="+mn-lt"/>
                        </a:rPr>
                        <a:t>th</a:t>
                      </a:r>
                      <a:r>
                        <a:rPr kumimoji="0" lang="en-US" sz="1400" b="1" i="0" u="none" strike="noStrike" cap="none" normalizeH="0" baseline="0" dirty="0">
                          <a:ln>
                            <a:noFill/>
                          </a:ln>
                          <a:solidFill>
                            <a:schemeClr val="tx1"/>
                          </a:solidFill>
                          <a:effectLst/>
                          <a:latin typeface="+mn-lt"/>
                        </a:rPr>
                        <a:t> Event</a:t>
                      </a:r>
                    </a:p>
                  </a:txBody>
                  <a:tcPr anchor="ctr" horzOverflow="overflow">
                    <a:lnL w="6350" cap="flat" cmpd="sng" algn="ctr">
                      <a:solidFill>
                        <a:schemeClr val="tx2">
                          <a:lumMod val="90000"/>
                        </a:schemeClr>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864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Date</a:t>
                      </a:r>
                    </a:p>
                  </a:txBody>
                  <a:tcPr anchor="ctr" horzOverflow="overflow">
                    <a:lnL w="28575" cap="flat" cmpd="sng" algn="ctr">
                      <a:no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Date</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Date</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Date</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Date</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Date</a:t>
                      </a:r>
                    </a:p>
                  </a:txBody>
                  <a:tcPr anchor="ctr" horzOverflow="overflow">
                    <a:lnL w="6350" cap="flat" cmpd="sng" algn="ctr">
                      <a:solidFill>
                        <a:schemeClr val="tx2">
                          <a:lumMod val="90000"/>
                        </a:schemeClr>
                      </a:solid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3736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Description</a:t>
                      </a:r>
                    </a:p>
                  </a:txBody>
                  <a:tcPr marT="182880" horzOverflow="overflow">
                    <a:lnL w="28575" cap="flat" cmpd="sng" algn="ctr">
                      <a:no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Description</a:t>
                      </a: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Description</a:t>
                      </a: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Description</a:t>
                      </a: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Description</a:t>
                      </a: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0" i="0" u="none" strike="noStrike" cap="none" normalizeH="0" baseline="0" dirty="0">
                          <a:ln>
                            <a:noFill/>
                          </a:ln>
                          <a:solidFill>
                            <a:schemeClr val="tx1"/>
                          </a:solidFill>
                          <a:effectLst/>
                          <a:latin typeface="+mn-lt"/>
                        </a:rPr>
                        <a:t>Description</a:t>
                      </a:r>
                    </a:p>
                  </a:txBody>
                  <a:tcPr marT="182880" horzOverflow="overflow">
                    <a:lnL w="6350" cap="flat" cmpd="sng" algn="ctr">
                      <a:solidFill>
                        <a:schemeClr val="tx2">
                          <a:lumMod val="90000"/>
                        </a:schemeClr>
                      </a:solid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51686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037412-7BC5-4AAA-8ED5-FC377A84CB0C}"/>
              </a:ext>
            </a:extLst>
          </p:cNvPr>
          <p:cNvSpPr>
            <a:spLocks noGrp="1"/>
          </p:cNvSpPr>
          <p:nvPr>
            <p:ph type="title"/>
          </p:nvPr>
        </p:nvSpPr>
        <p:spPr/>
        <p:txBody>
          <a:bodyPr/>
          <a:lstStyle/>
          <a:p>
            <a:r>
              <a:rPr lang="en-US" dirty="0"/>
              <a:t>Interesting facts</a:t>
            </a:r>
            <a:br>
              <a:rPr lang="en-US" dirty="0"/>
            </a:br>
            <a:endParaRPr lang="en-US" dirty="0"/>
          </a:p>
        </p:txBody>
      </p:sp>
      <p:sp>
        <p:nvSpPr>
          <p:cNvPr id="3" name="Text Placeholder 2">
            <a:extLst>
              <a:ext uri="{FF2B5EF4-FFF2-40B4-BE49-F238E27FC236}">
                <a16:creationId xmlns:a16="http://schemas.microsoft.com/office/drawing/2014/main" id="{EF99585A-5E1F-40FA-8E64-BB4F04611657}"/>
              </a:ext>
            </a:extLst>
          </p:cNvPr>
          <p:cNvSpPr>
            <a:spLocks noGrp="1"/>
          </p:cNvSpPr>
          <p:nvPr>
            <p:ph type="body" sz="quarter" idx="11"/>
          </p:nvPr>
        </p:nvSpPr>
        <p:spPr>
          <a:xfrm>
            <a:off x="4457700" y="1905000"/>
            <a:ext cx="7219043" cy="3276600"/>
          </a:xfrm>
        </p:spPr>
        <p:txBody>
          <a:bodyPr vert="horz" lIns="91440" tIns="45720" rIns="91440" bIns="45720" rtlCol="0" anchor="t">
            <a:normAutofit/>
          </a:bodyPr>
          <a:lstStyle/>
          <a:p>
            <a:r>
              <a:rPr lang="en-US" dirty="0"/>
              <a:t>List some interesting facts about Asian Pacific Heritage Month. Here are a few examples:</a:t>
            </a:r>
          </a:p>
          <a:p>
            <a:pPr lvl="1"/>
            <a:r>
              <a:rPr lang="en-US" dirty="0"/>
              <a:t>In 1978, President Jimmy Carter signed a resolution designating May as Asian/Pacific Heritage Week.</a:t>
            </a:r>
          </a:p>
          <a:p>
            <a:pPr lvl="1"/>
            <a:r>
              <a:rPr lang="en-US" dirty="0"/>
              <a:t>May was chosen to commemorate the immigration of the first Japanese to the United States on May 7, 1843, and to mark the anniversary of the completion of the transcontinental railroad on May 10, 1869.</a:t>
            </a:r>
          </a:p>
          <a:p>
            <a:pPr lvl="1"/>
            <a:r>
              <a:rPr lang="en-US" dirty="0"/>
              <a:t>In 1992, the official designation of May as Asian-Pacific American Heritage Month was signed into law.</a:t>
            </a:r>
          </a:p>
        </p:txBody>
      </p:sp>
    </p:spTree>
    <p:extLst>
      <p:ext uri="{BB962C8B-B14F-4D97-AF65-F5344CB8AC3E}">
        <p14:creationId xmlns:p14="http://schemas.microsoft.com/office/powerpoint/2010/main" val="27019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A8A48-57B8-480B-912A-B017D739B4D0}"/>
              </a:ext>
            </a:extLst>
          </p:cNvPr>
          <p:cNvSpPr>
            <a:spLocks noGrp="1"/>
          </p:cNvSpPr>
          <p:nvPr>
            <p:ph type="title"/>
          </p:nvPr>
        </p:nvSpPr>
        <p:spPr/>
        <p:txBody>
          <a:bodyPr/>
          <a:lstStyle/>
          <a:p>
            <a:r>
              <a:rPr lang="en-US" dirty="0">
                <a:solidFill>
                  <a:schemeClr val="tx1"/>
                </a:solidFill>
              </a:rPr>
              <a:t>Key people</a:t>
            </a:r>
          </a:p>
        </p:txBody>
      </p:sp>
      <p:sp>
        <p:nvSpPr>
          <p:cNvPr id="16" name="Text Placeholder 15">
            <a:extLst>
              <a:ext uri="{FF2B5EF4-FFF2-40B4-BE49-F238E27FC236}">
                <a16:creationId xmlns:a16="http://schemas.microsoft.com/office/drawing/2014/main" id="{82B839A9-BE4F-40C7-ABA3-682B626FFB08}"/>
              </a:ext>
            </a:extLst>
          </p:cNvPr>
          <p:cNvSpPr>
            <a:spLocks noGrp="1"/>
          </p:cNvSpPr>
          <p:nvPr>
            <p:ph type="body" sz="quarter" idx="13"/>
          </p:nvPr>
        </p:nvSpPr>
        <p:spPr>
          <a:xfrm>
            <a:off x="762000" y="1905000"/>
            <a:ext cx="10206037" cy="1111648"/>
          </a:xfrm>
        </p:spPr>
        <p:txBody>
          <a:bodyPr/>
          <a:lstStyle/>
          <a:p>
            <a:r>
              <a:rPr lang="en-US" altLang="en-US" dirty="0"/>
              <a:t>Choose three notable people of Asian Pacific American heritage using </a:t>
            </a:r>
            <a:r>
              <a:rPr lang="en-US" altLang="en-US" b="1" dirty="0">
                <a:hlinkClick r:id="rId3">
                  <a:extLst>
                    <a:ext uri="{A12FA001-AC4F-418D-AE19-62706E023703}">
                      <ahyp:hlinkClr xmlns:ahyp="http://schemas.microsoft.com/office/drawing/2018/hyperlinkcolor" val="tx"/>
                    </a:ext>
                  </a:extLst>
                </a:hlinkClick>
              </a:rPr>
              <a:t>Bing.com</a:t>
            </a:r>
            <a:r>
              <a:rPr lang="en-US" altLang="en-US" b="1" dirty="0"/>
              <a:t> </a:t>
            </a:r>
            <a:r>
              <a:rPr lang="en-US" altLang="en-US" dirty="0"/>
              <a:t>and discuss their lives and accomplishments. Here are some examples:  </a:t>
            </a:r>
          </a:p>
          <a:p>
            <a:endParaRPr lang="en-US" dirty="0"/>
          </a:p>
        </p:txBody>
      </p:sp>
      <p:graphicFrame>
        <p:nvGraphicFramePr>
          <p:cNvPr id="9" name="Content Placeholder 6" descr="SmartArt Graphic">
            <a:extLst>
              <a:ext uri="{FF2B5EF4-FFF2-40B4-BE49-F238E27FC236}">
                <a16:creationId xmlns:a16="http://schemas.microsoft.com/office/drawing/2014/main" id="{E94B267D-A2CA-438F-8FBB-76610B20C19D}"/>
              </a:ext>
            </a:extLst>
          </p:cNvPr>
          <p:cNvGraphicFramePr>
            <a:graphicFrameLocks/>
          </p:cNvGraphicFramePr>
          <p:nvPr>
            <p:extLst>
              <p:ext uri="{D42A27DB-BD31-4B8C-83A1-F6EECF244321}">
                <p14:modId xmlns:p14="http://schemas.microsoft.com/office/powerpoint/2010/main" val="4119204205"/>
              </p:ext>
            </p:extLst>
          </p:nvPr>
        </p:nvGraphicFramePr>
        <p:xfrm>
          <a:off x="762000" y="2895600"/>
          <a:ext cx="10668000" cy="3352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77364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FFCC38-D58E-4E17-AA29-4F5F2A66F1EA}"/>
              </a:ext>
            </a:extLst>
          </p:cNvPr>
          <p:cNvSpPr>
            <a:spLocks noGrp="1"/>
          </p:cNvSpPr>
          <p:nvPr>
            <p:ph type="title"/>
          </p:nvPr>
        </p:nvSpPr>
        <p:spPr/>
        <p:txBody>
          <a:bodyPr/>
          <a:lstStyle/>
          <a:p>
            <a:r>
              <a:rPr lang="en-US" dirty="0"/>
              <a:t>Arts and literature</a:t>
            </a:r>
            <a:br>
              <a:rPr lang="en-US" dirty="0"/>
            </a:br>
            <a:endParaRPr lang="en-US" dirty="0"/>
          </a:p>
        </p:txBody>
      </p:sp>
      <p:sp>
        <p:nvSpPr>
          <p:cNvPr id="9219" name="Rectangle 8">
            <a:extLst>
              <a:ext uri="{FF2B5EF4-FFF2-40B4-BE49-F238E27FC236}">
                <a16:creationId xmlns:a16="http://schemas.microsoft.com/office/drawing/2014/main" id="{A17D04F1-4318-4DD6-B27E-D66AE4D426B2}"/>
              </a:ext>
            </a:extLst>
          </p:cNvPr>
          <p:cNvSpPr>
            <a:spLocks noGrp="1" noChangeArrowheads="1"/>
          </p:cNvSpPr>
          <p:nvPr>
            <p:ph type="body" sz="quarter" idx="11"/>
          </p:nvPr>
        </p:nvSpPr>
        <p:spPr>
          <a:xfrm>
            <a:off x="762000" y="1905000"/>
            <a:ext cx="5334000" cy="3276600"/>
          </a:xfrm>
        </p:spPr>
        <p:txBody>
          <a:bodyPr wrap="square" anchor="t">
            <a:normAutofit/>
          </a:bodyPr>
          <a:lstStyle/>
          <a:p>
            <a:r>
              <a:rPr lang="en-US" altLang="en-US" dirty="0"/>
              <a:t>Provide examples of art and literature that are significant to Asian Pacific Heritage Month. Here are a few examples: </a:t>
            </a:r>
          </a:p>
          <a:p>
            <a:pPr lvl="1"/>
            <a:r>
              <a:rPr lang="en-US" altLang="en-US" dirty="0"/>
              <a:t>The writing of </a:t>
            </a:r>
            <a:r>
              <a:rPr lang="en-US" altLang="en-US" b="1" dirty="0">
                <a:hlinkClick r:id="rId3">
                  <a:extLst>
                    <a:ext uri="{A12FA001-AC4F-418D-AE19-62706E023703}">
                      <ahyp:hlinkClr xmlns:ahyp="http://schemas.microsoft.com/office/drawing/2018/hyperlinkcolor" val="tx"/>
                    </a:ext>
                  </a:extLst>
                </a:hlinkClick>
              </a:rPr>
              <a:t>Amy Tan</a:t>
            </a:r>
            <a:endParaRPr lang="en-US" altLang="en-US" b="1" dirty="0"/>
          </a:p>
          <a:p>
            <a:pPr lvl="1"/>
            <a:r>
              <a:rPr lang="en-US" altLang="en-US" dirty="0"/>
              <a:t>The music of </a:t>
            </a:r>
            <a:r>
              <a:rPr lang="en-US" altLang="en-US" b="1" dirty="0">
                <a:hlinkClick r:id="rId4">
                  <a:extLst>
                    <a:ext uri="{A12FA001-AC4F-418D-AE19-62706E023703}">
                      <ahyp:hlinkClr xmlns:ahyp="http://schemas.microsoft.com/office/drawing/2018/hyperlinkcolor" val="tx"/>
                    </a:ext>
                  </a:extLst>
                </a:hlinkClick>
              </a:rPr>
              <a:t>Yo-Yo Ma</a:t>
            </a:r>
            <a:endParaRPr lang="en-US" altLang="en-US" b="1" dirty="0"/>
          </a:p>
          <a:p>
            <a:pPr lvl="1"/>
            <a:r>
              <a:rPr lang="en-US" altLang="en-US" dirty="0"/>
              <a:t>The artwork of </a:t>
            </a:r>
            <a:r>
              <a:rPr lang="en-US" altLang="en-US" b="1" dirty="0">
                <a:hlinkClick r:id="rId5">
                  <a:extLst>
                    <a:ext uri="{A12FA001-AC4F-418D-AE19-62706E023703}">
                      <ahyp:hlinkClr xmlns:ahyp="http://schemas.microsoft.com/office/drawing/2018/hyperlinkcolor" val="tx"/>
                    </a:ext>
                  </a:extLst>
                </a:hlinkClick>
              </a:rPr>
              <a:t>Yayoi Kusama</a:t>
            </a:r>
            <a:endParaRPr lang="en-US" altLang="en-US" b="1" dirty="0"/>
          </a:p>
          <a:p>
            <a:endParaRPr lang="en-US" altLang="en-US" dirty="0"/>
          </a:p>
        </p:txBody>
      </p:sp>
      <p:sp>
        <p:nvSpPr>
          <p:cNvPr id="7" name="Picture Placeholder 6" descr="picture placeholder">
            <a:extLst>
              <a:ext uri="{FF2B5EF4-FFF2-40B4-BE49-F238E27FC236}">
                <a16:creationId xmlns:a16="http://schemas.microsoft.com/office/drawing/2014/main" id="{F3C17070-3423-401C-9DE7-B5BFD642EF36}"/>
              </a:ext>
            </a:extLst>
          </p:cNvPr>
          <p:cNvSpPr>
            <a:spLocks noGrp="1"/>
          </p:cNvSpPr>
          <p:nvPr>
            <p:ph type="pic" sz="quarter" idx="14"/>
          </p:nvPr>
        </p:nvSpPr>
        <p:spPr>
          <a:solidFill>
            <a:schemeClr val="accent1">
              <a:lumMod val="75000"/>
            </a:schemeClr>
          </a:solidFill>
        </p:spPr>
        <p:txBody>
          <a:bodyPr/>
          <a:lstStyle/>
          <a:p>
            <a:endParaRPr lang="en-US"/>
          </a:p>
        </p:txBody>
      </p:sp>
      <p:sp>
        <p:nvSpPr>
          <p:cNvPr id="6" name="Picture Placeholder 5" descr="picture placeholder">
            <a:extLst>
              <a:ext uri="{FF2B5EF4-FFF2-40B4-BE49-F238E27FC236}">
                <a16:creationId xmlns:a16="http://schemas.microsoft.com/office/drawing/2014/main" id="{ABBE63FD-D9C7-444F-860A-18548AACC400}"/>
              </a:ext>
            </a:extLst>
          </p:cNvPr>
          <p:cNvSpPr>
            <a:spLocks noGrp="1"/>
          </p:cNvSpPr>
          <p:nvPr>
            <p:ph type="pic" sz="quarter" idx="13"/>
          </p:nvPr>
        </p:nvSpPr>
        <p:spPr>
          <a:solidFill>
            <a:schemeClr val="accent1">
              <a:lumMod val="75000"/>
            </a:schemeClr>
          </a:solidFill>
        </p:spPr>
        <p:txBody>
          <a:bodyPr/>
          <a:lstStyle/>
          <a:p>
            <a:endParaRPr lang="en-US"/>
          </a:p>
        </p:txBody>
      </p:sp>
    </p:spTree>
    <p:extLst>
      <p:ext uri="{BB962C8B-B14F-4D97-AF65-F5344CB8AC3E}">
        <p14:creationId xmlns:p14="http://schemas.microsoft.com/office/powerpoint/2010/main" val="2671048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0FA737-AD1C-47EE-9777-37A7095BC3B1}"/>
              </a:ext>
            </a:extLst>
          </p:cNvPr>
          <p:cNvSpPr>
            <a:spLocks noGrp="1"/>
          </p:cNvSpPr>
          <p:nvPr>
            <p:ph type="title"/>
          </p:nvPr>
        </p:nvSpPr>
        <p:spPr/>
        <p:txBody>
          <a:bodyPr/>
          <a:lstStyle/>
          <a:p>
            <a:r>
              <a:rPr lang="en-US" dirty="0"/>
              <a:t>How we celebrate</a:t>
            </a:r>
          </a:p>
        </p:txBody>
      </p:sp>
      <p:sp>
        <p:nvSpPr>
          <p:cNvPr id="2" name="Text Placeholder 1">
            <a:extLst>
              <a:ext uri="{FF2B5EF4-FFF2-40B4-BE49-F238E27FC236}">
                <a16:creationId xmlns:a16="http://schemas.microsoft.com/office/drawing/2014/main" id="{9B8BBDC7-B590-43B7-BBD0-3A247210E1AC}"/>
              </a:ext>
            </a:extLst>
          </p:cNvPr>
          <p:cNvSpPr>
            <a:spLocks noGrp="1"/>
          </p:cNvSpPr>
          <p:nvPr>
            <p:ph type="body" sz="quarter" idx="11"/>
          </p:nvPr>
        </p:nvSpPr>
        <p:spPr/>
        <p:txBody>
          <a:bodyPr/>
          <a:lstStyle/>
          <a:p>
            <a:r>
              <a:rPr lang="en-US" altLang="en-US" dirty="0"/>
              <a:t>List some ways you can celebrate Asian Pacific Heritage Month. Here are a few examples:</a:t>
            </a:r>
          </a:p>
          <a:p>
            <a:pPr lvl="1"/>
            <a:r>
              <a:rPr lang="en-US" dirty="0"/>
              <a:t>Discover </a:t>
            </a:r>
            <a:r>
              <a:rPr lang="en-US" altLang="en-US" b="1" dirty="0">
                <a:hlinkClick r:id="rId2">
                  <a:extLst>
                    <a:ext uri="{A12FA001-AC4F-418D-AE19-62706E023703}">
                      <ahyp:hlinkClr xmlns:ahyp="http://schemas.microsoft.com/office/drawing/2018/hyperlinkcolor" val="tx"/>
                    </a:ext>
                  </a:extLst>
                </a:hlinkClick>
              </a:rPr>
              <a:t>Asian Pacific American </a:t>
            </a:r>
            <a:r>
              <a:rPr lang="en-US" b="1" dirty="0">
                <a:hlinkClick r:id="rId2">
                  <a:extLst>
                    <a:ext uri="{A12FA001-AC4F-418D-AE19-62706E023703}">
                      <ahyp:hlinkClr xmlns:ahyp="http://schemas.microsoft.com/office/drawing/2018/hyperlinkcolor" val="tx"/>
                    </a:ext>
                  </a:extLst>
                </a:hlinkClick>
              </a:rPr>
              <a:t>artists</a:t>
            </a:r>
            <a:endParaRPr lang="en-US" b="1" dirty="0"/>
          </a:p>
          <a:p>
            <a:pPr lvl="1"/>
            <a:r>
              <a:rPr lang="en-US" dirty="0"/>
              <a:t>Read </a:t>
            </a:r>
            <a:r>
              <a:rPr lang="en-US" altLang="en-US" b="1" dirty="0">
                <a:hlinkClick r:id="rId3">
                  <a:extLst>
                    <a:ext uri="{A12FA001-AC4F-418D-AE19-62706E023703}">
                      <ahyp:hlinkClr xmlns:ahyp="http://schemas.microsoft.com/office/drawing/2018/hyperlinkcolor" val="tx"/>
                    </a:ext>
                  </a:extLst>
                </a:hlinkClick>
              </a:rPr>
              <a:t>Asian Pacific American </a:t>
            </a:r>
            <a:r>
              <a:rPr lang="en-US" b="1" dirty="0">
                <a:hlinkClick r:id="rId3">
                  <a:extLst>
                    <a:ext uri="{A12FA001-AC4F-418D-AE19-62706E023703}">
                      <ahyp:hlinkClr xmlns:ahyp="http://schemas.microsoft.com/office/drawing/2018/hyperlinkcolor" val="tx"/>
                    </a:ext>
                  </a:extLst>
                </a:hlinkClick>
              </a:rPr>
              <a:t>authors</a:t>
            </a:r>
            <a:endParaRPr lang="en-US" b="1" dirty="0"/>
          </a:p>
          <a:p>
            <a:pPr lvl="1"/>
            <a:r>
              <a:rPr lang="en-US" dirty="0"/>
              <a:t>Listen to </a:t>
            </a:r>
            <a:r>
              <a:rPr lang="en-US" altLang="en-US" b="1" dirty="0">
                <a:hlinkClick r:id="rId4">
                  <a:extLst>
                    <a:ext uri="{A12FA001-AC4F-418D-AE19-62706E023703}">
                      <ahyp:hlinkClr xmlns:ahyp="http://schemas.microsoft.com/office/drawing/2018/hyperlinkcolor" val="tx"/>
                    </a:ext>
                  </a:extLst>
                </a:hlinkClick>
              </a:rPr>
              <a:t>Asian Pacific American Heritage </a:t>
            </a:r>
            <a:r>
              <a:rPr lang="en-US" b="1" dirty="0">
                <a:hlinkClick r:id="rId4">
                  <a:extLst>
                    <a:ext uri="{A12FA001-AC4F-418D-AE19-62706E023703}">
                      <ahyp:hlinkClr xmlns:ahyp="http://schemas.microsoft.com/office/drawing/2018/hyperlinkcolor" val="tx"/>
                    </a:ext>
                  </a:extLst>
                </a:hlinkClick>
              </a:rPr>
              <a:t>musicians</a:t>
            </a:r>
            <a:endParaRPr lang="en-US" b="1" dirty="0"/>
          </a:p>
          <a:p>
            <a:pPr lvl="1"/>
            <a:r>
              <a:rPr lang="en-US" dirty="0"/>
              <a:t>Learn important moments of</a:t>
            </a:r>
            <a:r>
              <a:rPr lang="en-US" b="1" dirty="0"/>
              <a:t> </a:t>
            </a:r>
            <a:r>
              <a:rPr lang="en-US" altLang="en-US" b="1" dirty="0">
                <a:hlinkClick r:id="rId5">
                  <a:extLst>
                    <a:ext uri="{A12FA001-AC4F-418D-AE19-62706E023703}">
                      <ahyp:hlinkClr xmlns:ahyp="http://schemas.microsoft.com/office/drawing/2018/hyperlinkcolor" val="tx"/>
                    </a:ext>
                  </a:extLst>
                </a:hlinkClick>
              </a:rPr>
              <a:t>Asian Pacific American Heritage </a:t>
            </a:r>
            <a:r>
              <a:rPr lang="en-US" b="1" dirty="0">
                <a:hlinkClick r:id="rId5">
                  <a:extLst>
                    <a:ext uri="{A12FA001-AC4F-418D-AE19-62706E023703}">
                      <ahyp:hlinkClr xmlns:ahyp="http://schemas.microsoft.com/office/drawing/2018/hyperlinkcolor" val="tx"/>
                    </a:ext>
                  </a:extLst>
                </a:hlinkClick>
              </a:rPr>
              <a:t>history</a:t>
            </a:r>
            <a:endParaRPr lang="en-US" b="1" dirty="0"/>
          </a:p>
          <a:p>
            <a:endParaRPr lang="en-US" dirty="0"/>
          </a:p>
        </p:txBody>
      </p:sp>
    </p:spTree>
    <p:extLst>
      <p:ext uri="{BB962C8B-B14F-4D97-AF65-F5344CB8AC3E}">
        <p14:creationId xmlns:p14="http://schemas.microsoft.com/office/powerpoint/2010/main" val="26161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p:txBody>
          <a:bodyPr/>
          <a:lstStyle/>
          <a:p>
            <a:pPr algn="ctr"/>
            <a:r>
              <a:rPr lang="en-US" sz="4000" b="1" dirty="0">
                <a:solidFill>
                  <a:schemeClr val="tx1"/>
                </a:solidFill>
              </a:rPr>
              <a:t>Conclusion</a:t>
            </a:r>
            <a:endParaRPr lang="en-US" b="1" dirty="0">
              <a:solidFill>
                <a:schemeClr val="tx1"/>
              </a:solidFill>
            </a:endParaRPr>
          </a:p>
        </p:txBody>
      </p:sp>
      <p:sp>
        <p:nvSpPr>
          <p:cNvPr id="3" name="Text Placeholder 2">
            <a:extLst>
              <a:ext uri="{FF2B5EF4-FFF2-40B4-BE49-F238E27FC236}">
                <a16:creationId xmlns:a16="http://schemas.microsoft.com/office/drawing/2014/main" id="{17155E1D-F4AD-41A7-B948-E2D246CCFE8A}"/>
              </a:ext>
            </a:extLst>
          </p:cNvPr>
          <p:cNvSpPr>
            <a:spLocks noGrp="1"/>
          </p:cNvSpPr>
          <p:nvPr>
            <p:ph type="body" sz="quarter" idx="12"/>
          </p:nvPr>
        </p:nvSpPr>
        <p:spPr/>
        <p:txBody>
          <a:bodyPr/>
          <a:lstStyle/>
          <a:p>
            <a:pPr marL="0" indent="0" algn="ctr" fontAlgn="auto">
              <a:spcAft>
                <a:spcPts val="0"/>
              </a:spcAft>
              <a:buNone/>
            </a:pPr>
            <a:r>
              <a:rPr lang="en-US" altLang="en-US" sz="1800" dirty="0">
                <a:solidFill>
                  <a:schemeClr val="tx1"/>
                </a:solidFill>
              </a:rPr>
              <a:t>Provide a brief summary of your presentation. </a:t>
            </a:r>
            <a:br>
              <a:rPr lang="en-US" altLang="en-US" sz="1800" dirty="0">
                <a:solidFill>
                  <a:schemeClr val="tx1"/>
                </a:solidFill>
              </a:rPr>
            </a:br>
            <a:r>
              <a:rPr lang="en-US" altLang="en-US" sz="1800" dirty="0">
                <a:solidFill>
                  <a:schemeClr val="tx1"/>
                </a:solidFill>
              </a:rPr>
              <a:t>Remind the audience what you covered in the previous slides.</a:t>
            </a:r>
          </a:p>
        </p:txBody>
      </p:sp>
    </p:spTree>
    <p:extLst>
      <p:ext uri="{BB962C8B-B14F-4D97-AF65-F5344CB8AC3E}">
        <p14:creationId xmlns:p14="http://schemas.microsoft.com/office/powerpoint/2010/main" val="153360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8DF32A-D165-40DA-AAE8-A6E9579E2F79}"/>
              </a:ext>
            </a:extLst>
          </p:cNvPr>
          <p:cNvSpPr>
            <a:spLocks noGrp="1"/>
          </p:cNvSpPr>
          <p:nvPr>
            <p:ph type="title"/>
          </p:nvPr>
        </p:nvSpPr>
        <p:spPr/>
        <p:txBody>
          <a:bodyPr/>
          <a:lstStyle/>
          <a:p>
            <a:r>
              <a:rPr lang="en-US" dirty="0"/>
              <a:t>Questions </a:t>
            </a:r>
            <a:r>
              <a:rPr lang="en-US" dirty="0">
                <a:solidFill>
                  <a:schemeClr val="accent4">
                    <a:lumMod val="50000"/>
                  </a:schemeClr>
                </a:solidFill>
              </a:rPr>
              <a:t>&amp;</a:t>
            </a:r>
            <a:r>
              <a:rPr lang="en-US" dirty="0"/>
              <a:t> answers</a:t>
            </a:r>
          </a:p>
        </p:txBody>
      </p:sp>
      <p:sp>
        <p:nvSpPr>
          <p:cNvPr id="7" name="Text Placeholder 6">
            <a:extLst>
              <a:ext uri="{FF2B5EF4-FFF2-40B4-BE49-F238E27FC236}">
                <a16:creationId xmlns:a16="http://schemas.microsoft.com/office/drawing/2014/main" id="{C3BC92DE-1779-4A44-AED9-0261C2497DD9}"/>
              </a:ext>
            </a:extLst>
          </p:cNvPr>
          <p:cNvSpPr>
            <a:spLocks noGrp="1"/>
          </p:cNvSpPr>
          <p:nvPr>
            <p:ph type="body" sz="quarter" idx="12"/>
          </p:nvPr>
        </p:nvSpPr>
        <p:spPr>
          <a:xfrm>
            <a:off x="2196307" y="3260705"/>
            <a:ext cx="7799387" cy="1534757"/>
          </a:xfrm>
        </p:spPr>
        <p:txBody>
          <a:bodyPr/>
          <a:lstStyle/>
          <a:p>
            <a:r>
              <a:rPr lang="en-US" altLang="en-US" sz="1800" dirty="0">
                <a:solidFill>
                  <a:schemeClr val="accent4">
                    <a:lumMod val="50000"/>
                  </a:schemeClr>
                </a:solidFill>
              </a:rPr>
              <a:t>Invite questions from the audience</a:t>
            </a:r>
          </a:p>
          <a:p>
            <a:endParaRPr lang="en-US" dirty="0">
              <a:solidFill>
                <a:schemeClr val="accent4">
                  <a:lumMod val="50000"/>
                </a:schemeClr>
              </a:solidFill>
            </a:endParaRPr>
          </a:p>
        </p:txBody>
      </p:sp>
    </p:spTree>
    <p:extLst>
      <p:ext uri="{BB962C8B-B14F-4D97-AF65-F5344CB8AC3E}">
        <p14:creationId xmlns:p14="http://schemas.microsoft.com/office/powerpoint/2010/main" val="3828224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769EF9-1612-42F9-BB93-658619D321FF}"/>
              </a:ext>
            </a:extLst>
          </p:cNvPr>
          <p:cNvSpPr>
            <a:spLocks noGrp="1"/>
          </p:cNvSpPr>
          <p:nvPr>
            <p:ph type="title"/>
          </p:nvPr>
        </p:nvSpPr>
        <p:spPr/>
        <p:txBody>
          <a:bodyPr/>
          <a:lstStyle/>
          <a:p>
            <a:r>
              <a:rPr lang="en-US" dirty="0"/>
              <a:t>Resources</a:t>
            </a:r>
            <a:br>
              <a:rPr lang="en-US" dirty="0"/>
            </a:br>
            <a:endParaRPr lang="en-US" dirty="0"/>
          </a:p>
        </p:txBody>
      </p:sp>
      <p:sp>
        <p:nvSpPr>
          <p:cNvPr id="3" name="Text Placeholder 2">
            <a:extLst>
              <a:ext uri="{FF2B5EF4-FFF2-40B4-BE49-F238E27FC236}">
                <a16:creationId xmlns:a16="http://schemas.microsoft.com/office/drawing/2014/main" id="{D3316BC9-7937-4417-B232-1B37F4796011}"/>
              </a:ext>
            </a:extLst>
          </p:cNvPr>
          <p:cNvSpPr>
            <a:spLocks noGrp="1"/>
          </p:cNvSpPr>
          <p:nvPr>
            <p:ph type="body" sz="quarter" idx="11"/>
          </p:nvPr>
        </p:nvSpPr>
        <p:spPr>
          <a:xfrm>
            <a:off x="4457700" y="1905000"/>
            <a:ext cx="7219043" cy="3276600"/>
          </a:xfrm>
        </p:spPr>
        <p:txBody>
          <a:bodyPr>
            <a:normAutofit/>
          </a:bodyPr>
          <a:lstStyle/>
          <a:p>
            <a:r>
              <a:rPr lang="en-US" altLang="en-US" dirty="0"/>
              <a:t>List the resources you used for your research:</a:t>
            </a:r>
          </a:p>
          <a:p>
            <a:pPr lvl="1"/>
            <a:r>
              <a:rPr lang="fr-FR" dirty="0"/>
              <a:t>Source #1</a:t>
            </a:r>
          </a:p>
          <a:p>
            <a:pPr lvl="1"/>
            <a:r>
              <a:rPr lang="fr-FR" dirty="0"/>
              <a:t>Source #2</a:t>
            </a:r>
          </a:p>
          <a:p>
            <a:pPr lvl="1"/>
            <a:r>
              <a:rPr lang="fr-FR" dirty="0"/>
              <a:t>Source #3</a:t>
            </a:r>
          </a:p>
          <a:p>
            <a:endParaRPr lang="en-US" dirty="0"/>
          </a:p>
        </p:txBody>
      </p:sp>
    </p:spTree>
    <p:extLst>
      <p:ext uri="{BB962C8B-B14F-4D97-AF65-F5344CB8AC3E}">
        <p14:creationId xmlns:p14="http://schemas.microsoft.com/office/powerpoint/2010/main" val="123622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Islander">
      <a:dk1>
        <a:srgbClr val="000000"/>
      </a:dk1>
      <a:lt1>
        <a:srgbClr val="FFFFFF"/>
      </a:lt1>
      <a:dk2>
        <a:srgbClr val="000000"/>
      </a:dk2>
      <a:lt2>
        <a:srgbClr val="E6E6E6"/>
      </a:lt2>
      <a:accent1>
        <a:srgbClr val="E56925"/>
      </a:accent1>
      <a:accent2>
        <a:srgbClr val="F19936"/>
      </a:accent2>
      <a:accent3>
        <a:srgbClr val="5DA3CC"/>
      </a:accent3>
      <a:accent4>
        <a:srgbClr val="B3DAD6"/>
      </a:accent4>
      <a:accent5>
        <a:srgbClr val="76B144"/>
      </a:accent5>
      <a:accent6>
        <a:srgbClr val="438F63"/>
      </a:accent6>
      <a:hlink>
        <a:srgbClr val="E2DD60"/>
      </a:hlink>
      <a:folHlink>
        <a:srgbClr val="E78576"/>
      </a:folHlink>
    </a:clrScheme>
    <a:fontScheme name="Custom 1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sian Pacific heritage_TM10131490_Win32_LH_v4" id="{B2A0ACF3-34FF-4C5A-A737-2558AC4C9FEA}" vid="{FBDB92CC-0A39-410B-A16B-8C101333048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18D074-6F3D-488C-8220-03C2DEFDE85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0F9CE79C-5104-4273-B83B-D03AD839A8F7}">
  <ds:schemaRefs>
    <ds:schemaRef ds:uri="http://schemas.microsoft.com/sharepoint/v3/contenttype/forms"/>
  </ds:schemaRefs>
</ds:datastoreItem>
</file>

<file path=customXml/itemProps3.xml><?xml version="1.0" encoding="utf-8"?>
<ds:datastoreItem xmlns:ds="http://schemas.openxmlformats.org/officeDocument/2006/customXml" ds:itemID="{1D141EBB-3386-4164-A294-111C6309E3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Asian Pacific American Heritage Month presentation</Template>
  <TotalTime>0</TotalTime>
  <Words>466</Words>
  <Application>Microsoft Office PowerPoint</Application>
  <PresentationFormat>Widescreen</PresentationFormat>
  <Paragraphs>68</Paragraphs>
  <Slides>12</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Segoe UI</vt:lpstr>
      <vt:lpstr>1_Office Theme</vt:lpstr>
      <vt:lpstr>Asian Pacific  Heritage Month</vt:lpstr>
      <vt:lpstr>Introduction</vt:lpstr>
      <vt:lpstr>Overview</vt:lpstr>
      <vt:lpstr>Geography</vt:lpstr>
      <vt:lpstr>History</vt:lpstr>
      <vt:lpstr>Interesting facts </vt:lpstr>
      <vt:lpstr>Key people</vt:lpstr>
      <vt:lpstr>Arts and literature </vt:lpstr>
      <vt:lpstr>How we celebrate</vt:lpstr>
      <vt:lpstr>Conclusion</vt:lpstr>
      <vt:lpstr>Questions &amp; answers</vt:lpstr>
      <vt:lpstr>Resources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Wei Lin (林伟翰)</dc:creator>
  <cp:keywords/>
  <dc:description/>
  <cp:lastModifiedBy>Wei Lin (林伟翰)</cp:lastModifiedBy>
  <cp:revision>1</cp:revision>
  <dcterms:created xsi:type="dcterms:W3CDTF">2026-06-27T02:57:10Z</dcterms:created>
  <dcterms:modified xsi:type="dcterms:W3CDTF">2026-06-27T02:57:40Z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